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71" r:id="rId2"/>
    <p:sldId id="275" r:id="rId3"/>
    <p:sldId id="289" r:id="rId4"/>
    <p:sldId id="288" r:id="rId5"/>
    <p:sldId id="290" r:id="rId6"/>
    <p:sldId id="291" r:id="rId7"/>
    <p:sldId id="276" r:id="rId8"/>
    <p:sldId id="263" r:id="rId9"/>
    <p:sldId id="298" r:id="rId10"/>
    <p:sldId id="264" r:id="rId11"/>
    <p:sldId id="281" r:id="rId12"/>
    <p:sldId id="257" r:id="rId13"/>
    <p:sldId id="292" r:id="rId14"/>
    <p:sldId id="280" r:id="rId15"/>
    <p:sldId id="294" r:id="rId16"/>
    <p:sldId id="293" r:id="rId17"/>
    <p:sldId id="284" r:id="rId18"/>
    <p:sldId id="295" r:id="rId19"/>
    <p:sldId id="296" r:id="rId20"/>
    <p:sldId id="282" r:id="rId21"/>
    <p:sldId id="267" r:id="rId22"/>
    <p:sldId id="270" r:id="rId23"/>
    <p:sldId id="286" r:id="rId24"/>
    <p:sldId id="269" r:id="rId25"/>
    <p:sldId id="259" r:id="rId26"/>
    <p:sldId id="287" r:id="rId27"/>
    <p:sldId id="283" r:id="rId28"/>
    <p:sldId id="28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E2C8"/>
    <a:srgbClr val="63D7AB"/>
    <a:srgbClr val="AAF5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38"/>
    <p:restoredTop sz="94795"/>
  </p:normalViewPr>
  <p:slideViewPr>
    <p:cSldViewPr snapToGrid="0">
      <p:cViewPr>
        <p:scale>
          <a:sx n="92" d="100"/>
          <a:sy n="92" d="100"/>
        </p:scale>
        <p:origin x="536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3C35B6-1C38-3C47-81B2-5AE9ED0A0591}" type="doc">
      <dgm:prSet loTypeId="urn:microsoft.com/office/officeart/2005/8/layout/vList5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D59A162-6BA8-D843-878F-BBA7EC29C72F}">
      <dgm:prSet phldrT="[Text]"/>
      <dgm:spPr/>
      <dgm:t>
        <a:bodyPr/>
        <a:lstStyle/>
        <a:p>
          <a:r>
            <a:rPr lang="en-US" dirty="0"/>
            <a:t>Samples</a:t>
          </a:r>
        </a:p>
      </dgm:t>
    </dgm:pt>
    <dgm:pt modelId="{EA2FBE09-ADF9-BD46-B603-76B66470CB3F}" type="parTrans" cxnId="{BAE45A15-64EE-6A43-AE03-9BDDA23ADDF8}">
      <dgm:prSet/>
      <dgm:spPr/>
      <dgm:t>
        <a:bodyPr/>
        <a:lstStyle/>
        <a:p>
          <a:endParaRPr lang="en-US"/>
        </a:p>
      </dgm:t>
    </dgm:pt>
    <dgm:pt modelId="{74A7337E-A4C8-B240-8358-F5E022A1637F}" type="sibTrans" cxnId="{BAE45A15-64EE-6A43-AE03-9BDDA23ADDF8}">
      <dgm:prSet/>
      <dgm:spPr/>
      <dgm:t>
        <a:bodyPr/>
        <a:lstStyle/>
        <a:p>
          <a:endParaRPr lang="en-US"/>
        </a:p>
      </dgm:t>
    </dgm:pt>
    <dgm:pt modelId="{28146B70-8215-4C4C-8DF6-ECB093B636FC}">
      <dgm:prSet phldrT="[Text]"/>
      <dgm:spPr/>
      <dgm:t>
        <a:bodyPr/>
        <a:lstStyle/>
        <a:p>
          <a:r>
            <a:rPr lang="en-US" dirty="0"/>
            <a:t>Sample and sample preparation.</a:t>
          </a:r>
        </a:p>
      </dgm:t>
    </dgm:pt>
    <dgm:pt modelId="{7CADBDA2-F6FB-CA4B-8F15-A3B626F6FB4F}" type="parTrans" cxnId="{BFDEF2D9-8721-964A-8B5F-6E7DF9FFD9E1}">
      <dgm:prSet/>
      <dgm:spPr/>
      <dgm:t>
        <a:bodyPr/>
        <a:lstStyle/>
        <a:p>
          <a:endParaRPr lang="en-US"/>
        </a:p>
      </dgm:t>
    </dgm:pt>
    <dgm:pt modelId="{B817D990-B395-6340-B845-4E8C39503BBB}" type="sibTrans" cxnId="{BFDEF2D9-8721-964A-8B5F-6E7DF9FFD9E1}">
      <dgm:prSet/>
      <dgm:spPr/>
      <dgm:t>
        <a:bodyPr/>
        <a:lstStyle/>
        <a:p>
          <a:endParaRPr lang="en-US"/>
        </a:p>
      </dgm:t>
    </dgm:pt>
    <dgm:pt modelId="{48B5CB6F-B506-744D-8766-CD5BDAB32E0D}">
      <dgm:prSet phldrT="[Text]"/>
      <dgm:spPr/>
      <dgm:t>
        <a:bodyPr/>
        <a:lstStyle/>
        <a:p>
          <a:r>
            <a:rPr lang="en-US" dirty="0"/>
            <a:t>Instrument &amp; Software</a:t>
          </a:r>
        </a:p>
      </dgm:t>
    </dgm:pt>
    <dgm:pt modelId="{B35BD758-4667-EF4F-9309-4D684268676E}" type="parTrans" cxnId="{9A30950E-BB0A-DB40-8EA9-9B896F76867F}">
      <dgm:prSet/>
      <dgm:spPr/>
      <dgm:t>
        <a:bodyPr/>
        <a:lstStyle/>
        <a:p>
          <a:endParaRPr lang="en-US"/>
        </a:p>
      </dgm:t>
    </dgm:pt>
    <dgm:pt modelId="{9123D344-4343-7948-BE7C-4FE70310909F}" type="sibTrans" cxnId="{9A30950E-BB0A-DB40-8EA9-9B896F76867F}">
      <dgm:prSet/>
      <dgm:spPr/>
      <dgm:t>
        <a:bodyPr/>
        <a:lstStyle/>
        <a:p>
          <a:endParaRPr lang="en-US"/>
        </a:p>
      </dgm:t>
    </dgm:pt>
    <dgm:pt modelId="{8E8A4CAC-ADC6-7641-9807-7DFC4AFE0D1A}">
      <dgm:prSet phldrT="[Text]"/>
      <dgm:spPr/>
      <dgm:t>
        <a:bodyPr/>
        <a:lstStyle/>
        <a:p>
          <a:r>
            <a:rPr lang="en-US" dirty="0"/>
            <a:t>Analytical hardware and software.</a:t>
          </a:r>
        </a:p>
      </dgm:t>
    </dgm:pt>
    <dgm:pt modelId="{2EE6DB38-BBC0-3848-AD3F-5649A094B488}" type="parTrans" cxnId="{96A4A901-FA59-C044-ABAA-7D79E401A177}">
      <dgm:prSet/>
      <dgm:spPr/>
      <dgm:t>
        <a:bodyPr/>
        <a:lstStyle/>
        <a:p>
          <a:endParaRPr lang="en-US"/>
        </a:p>
      </dgm:t>
    </dgm:pt>
    <dgm:pt modelId="{F983F4D3-61CD-BD4E-852A-4C544AD11E69}" type="sibTrans" cxnId="{96A4A901-FA59-C044-ABAA-7D79E401A177}">
      <dgm:prSet/>
      <dgm:spPr/>
      <dgm:t>
        <a:bodyPr/>
        <a:lstStyle/>
        <a:p>
          <a:endParaRPr lang="en-US"/>
        </a:p>
      </dgm:t>
    </dgm:pt>
    <dgm:pt modelId="{207B6173-4389-014C-B6A1-43B3A75F2D61}">
      <dgm:prSet phldrT="[Text]"/>
      <dgm:spPr/>
      <dgm:t>
        <a:bodyPr/>
        <a:lstStyle/>
        <a:p>
          <a:r>
            <a:rPr lang="en-US" dirty="0"/>
            <a:t>Measurement Info</a:t>
          </a:r>
        </a:p>
      </dgm:t>
    </dgm:pt>
    <dgm:pt modelId="{B866135E-9910-014B-985E-056C9CC551AB}" type="parTrans" cxnId="{08CB7F7E-8905-7F4A-B3B0-FAB3AC8D741C}">
      <dgm:prSet/>
      <dgm:spPr/>
      <dgm:t>
        <a:bodyPr/>
        <a:lstStyle/>
        <a:p>
          <a:endParaRPr lang="en-US"/>
        </a:p>
      </dgm:t>
    </dgm:pt>
    <dgm:pt modelId="{19C536A3-3E5D-0049-B0BD-0033A65F95F6}" type="sibTrans" cxnId="{08CB7F7E-8905-7F4A-B3B0-FAB3AC8D741C}">
      <dgm:prSet/>
      <dgm:spPr/>
      <dgm:t>
        <a:bodyPr/>
        <a:lstStyle/>
        <a:p>
          <a:endParaRPr lang="en-US"/>
        </a:p>
      </dgm:t>
    </dgm:pt>
    <dgm:pt modelId="{68FF1D82-6A85-3F4B-B244-CAFA86F5FDBA}">
      <dgm:prSet phldrT="[Text]"/>
      <dgm:spPr/>
      <dgm:t>
        <a:bodyPr/>
        <a:lstStyle/>
        <a:p>
          <a:r>
            <a:rPr lang="en-US" dirty="0"/>
            <a:t>Data Processing</a:t>
          </a:r>
        </a:p>
      </dgm:t>
    </dgm:pt>
    <dgm:pt modelId="{14D6B144-9F14-3C46-BB3C-AD3C571BCCC3}" type="parTrans" cxnId="{330C43DC-AE79-BB43-97E0-577D87960071}">
      <dgm:prSet/>
      <dgm:spPr/>
      <dgm:t>
        <a:bodyPr/>
        <a:lstStyle/>
        <a:p>
          <a:endParaRPr lang="en-US"/>
        </a:p>
      </dgm:t>
    </dgm:pt>
    <dgm:pt modelId="{E9ABB229-FF69-6745-BDAE-1FE55C4C2FB4}" type="sibTrans" cxnId="{330C43DC-AE79-BB43-97E0-577D87960071}">
      <dgm:prSet/>
      <dgm:spPr/>
      <dgm:t>
        <a:bodyPr/>
        <a:lstStyle/>
        <a:p>
          <a:endParaRPr lang="en-US"/>
        </a:p>
      </dgm:t>
    </dgm:pt>
    <dgm:pt modelId="{540D4B2E-07EA-AB4C-909E-0C30DEA4D23E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/>
            <a:t>QC &amp; Uncertainty</a:t>
          </a:r>
        </a:p>
      </dgm:t>
    </dgm:pt>
    <dgm:pt modelId="{031A985C-EB7B-CA42-9107-5AE61357026B}" type="parTrans" cxnId="{61007FA0-9611-8B43-9D30-E5AD2F2EC8CF}">
      <dgm:prSet/>
      <dgm:spPr/>
      <dgm:t>
        <a:bodyPr/>
        <a:lstStyle/>
        <a:p>
          <a:endParaRPr lang="en-US"/>
        </a:p>
      </dgm:t>
    </dgm:pt>
    <dgm:pt modelId="{6C4D7CE0-A89C-7942-ACFC-7F92AC83986D}" type="sibTrans" cxnId="{61007FA0-9611-8B43-9D30-E5AD2F2EC8CF}">
      <dgm:prSet/>
      <dgm:spPr/>
      <dgm:t>
        <a:bodyPr/>
        <a:lstStyle/>
        <a:p>
          <a:endParaRPr lang="en-US"/>
        </a:p>
      </dgm:t>
    </dgm:pt>
    <dgm:pt modelId="{30A939BD-D0A2-734A-A445-4CBB4E4F48C1}">
      <dgm:prSet phldrT="[Text]"/>
      <dgm:spPr/>
      <dgm:t>
        <a:bodyPr/>
        <a:lstStyle/>
        <a:p>
          <a:r>
            <a:rPr lang="en-US" dirty="0"/>
            <a:t>How raw data is generated.</a:t>
          </a:r>
        </a:p>
      </dgm:t>
    </dgm:pt>
    <dgm:pt modelId="{1075F97B-FA82-8945-8236-AD781CCBD7FB}" type="parTrans" cxnId="{FB153CA4-8662-204C-9EE8-6DFE6F09B3D2}">
      <dgm:prSet/>
      <dgm:spPr/>
      <dgm:t>
        <a:bodyPr/>
        <a:lstStyle/>
        <a:p>
          <a:endParaRPr lang="en-US"/>
        </a:p>
      </dgm:t>
    </dgm:pt>
    <dgm:pt modelId="{E9CB4754-9821-6A4D-9FD3-A8BA3FB7120F}" type="sibTrans" cxnId="{FB153CA4-8662-204C-9EE8-6DFE6F09B3D2}">
      <dgm:prSet/>
      <dgm:spPr/>
      <dgm:t>
        <a:bodyPr/>
        <a:lstStyle/>
        <a:p>
          <a:endParaRPr lang="en-US"/>
        </a:p>
      </dgm:t>
    </dgm:pt>
    <dgm:pt modelId="{DA753477-F334-7A47-B1EC-E64947F2BC8A}">
      <dgm:prSet phldrT="[Text]"/>
      <dgm:spPr/>
      <dgm:t>
        <a:bodyPr/>
        <a:lstStyle/>
        <a:p>
          <a:r>
            <a:rPr lang="en-US" dirty="0"/>
            <a:t>How raw data is processed.</a:t>
          </a:r>
        </a:p>
      </dgm:t>
    </dgm:pt>
    <dgm:pt modelId="{FE0BC8DF-4153-584F-A314-2B2488829F99}" type="parTrans" cxnId="{1BE4A09A-D5AA-214D-ABCD-D0BD8FCF57B7}">
      <dgm:prSet/>
      <dgm:spPr/>
      <dgm:t>
        <a:bodyPr/>
        <a:lstStyle/>
        <a:p>
          <a:endParaRPr lang="en-US"/>
        </a:p>
      </dgm:t>
    </dgm:pt>
    <dgm:pt modelId="{4F5F1812-8269-6B47-A965-2B23E428CE62}" type="sibTrans" cxnId="{1BE4A09A-D5AA-214D-ABCD-D0BD8FCF57B7}">
      <dgm:prSet/>
      <dgm:spPr/>
      <dgm:t>
        <a:bodyPr/>
        <a:lstStyle/>
        <a:p>
          <a:endParaRPr lang="en-US"/>
        </a:p>
      </dgm:t>
    </dgm:pt>
    <dgm:pt modelId="{D44F66E8-F1DE-DD42-94D6-93B1EB987537}">
      <dgm:prSet phldrT="[Text]"/>
      <dgm:spPr>
        <a:solidFill>
          <a:schemeClr val="accent4">
            <a:lumMod val="40000"/>
            <a:lumOff val="60000"/>
            <a:alpha val="90000"/>
          </a:schemeClr>
        </a:solidFill>
        <a:ln>
          <a:solidFill>
            <a:srgbClr val="00B0F0">
              <a:alpha val="90000"/>
            </a:srgbClr>
          </a:solidFill>
        </a:ln>
      </dgm:spPr>
      <dgm:t>
        <a:bodyPr/>
        <a:lstStyle/>
        <a:p>
          <a:r>
            <a:rPr lang="en-US" dirty="0"/>
            <a:t>How good data is.</a:t>
          </a:r>
        </a:p>
      </dgm:t>
    </dgm:pt>
    <dgm:pt modelId="{E1506828-41E3-C44C-BB4D-1EE735CE0248}" type="parTrans" cxnId="{651A1946-7CC1-424F-924E-E97F5FD0245E}">
      <dgm:prSet/>
      <dgm:spPr/>
      <dgm:t>
        <a:bodyPr/>
        <a:lstStyle/>
        <a:p>
          <a:endParaRPr lang="en-US"/>
        </a:p>
      </dgm:t>
    </dgm:pt>
    <dgm:pt modelId="{DF26A46F-0A5B-A249-B927-998B14FFEA89}" type="sibTrans" cxnId="{651A1946-7CC1-424F-924E-E97F5FD0245E}">
      <dgm:prSet/>
      <dgm:spPr/>
      <dgm:t>
        <a:bodyPr/>
        <a:lstStyle/>
        <a:p>
          <a:endParaRPr lang="en-US"/>
        </a:p>
      </dgm:t>
    </dgm:pt>
    <dgm:pt modelId="{946FBB2C-2B97-F54F-8018-A93DB084918F}" type="pres">
      <dgm:prSet presAssocID="{5B3C35B6-1C38-3C47-81B2-5AE9ED0A0591}" presName="Name0" presStyleCnt="0">
        <dgm:presLayoutVars>
          <dgm:dir/>
          <dgm:animLvl val="lvl"/>
          <dgm:resizeHandles val="exact"/>
        </dgm:presLayoutVars>
      </dgm:prSet>
      <dgm:spPr/>
    </dgm:pt>
    <dgm:pt modelId="{E014077E-7EE1-D642-B7FB-52A6B97FD295}" type="pres">
      <dgm:prSet presAssocID="{FD59A162-6BA8-D843-878F-BBA7EC29C72F}" presName="linNode" presStyleCnt="0"/>
      <dgm:spPr/>
    </dgm:pt>
    <dgm:pt modelId="{F3C5457F-C3F3-2D4C-8C65-6BC2D8D17209}" type="pres">
      <dgm:prSet presAssocID="{FD59A162-6BA8-D843-878F-BBA7EC29C72F}" presName="parentText" presStyleLbl="node1" presStyleIdx="0" presStyleCnt="5" custLinFactNeighborX="-13430" custLinFactNeighborY="1027">
        <dgm:presLayoutVars>
          <dgm:chMax val="1"/>
          <dgm:bulletEnabled val="1"/>
        </dgm:presLayoutVars>
      </dgm:prSet>
      <dgm:spPr/>
    </dgm:pt>
    <dgm:pt modelId="{088CA1C6-D3F4-ED4E-8F9F-5C7A253AA076}" type="pres">
      <dgm:prSet presAssocID="{FD59A162-6BA8-D843-878F-BBA7EC29C72F}" presName="descendantText" presStyleLbl="alignAccFollowNode1" presStyleIdx="0" presStyleCnt="5">
        <dgm:presLayoutVars>
          <dgm:bulletEnabled val="1"/>
        </dgm:presLayoutVars>
      </dgm:prSet>
      <dgm:spPr/>
    </dgm:pt>
    <dgm:pt modelId="{DD776BB2-E260-BE47-8274-167E10526B5C}" type="pres">
      <dgm:prSet presAssocID="{74A7337E-A4C8-B240-8358-F5E022A1637F}" presName="sp" presStyleCnt="0"/>
      <dgm:spPr/>
    </dgm:pt>
    <dgm:pt modelId="{78267B4D-C843-0C46-A1A3-707D63D42DFC}" type="pres">
      <dgm:prSet presAssocID="{48B5CB6F-B506-744D-8766-CD5BDAB32E0D}" presName="linNode" presStyleCnt="0"/>
      <dgm:spPr/>
    </dgm:pt>
    <dgm:pt modelId="{8EF4B87F-F77D-5F42-96B9-0A6680280896}" type="pres">
      <dgm:prSet presAssocID="{48B5CB6F-B506-744D-8766-CD5BDAB32E0D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D2069653-5216-3D44-93F5-413079A97CE7}" type="pres">
      <dgm:prSet presAssocID="{48B5CB6F-B506-744D-8766-CD5BDAB32E0D}" presName="descendantText" presStyleLbl="alignAccFollowNode1" presStyleIdx="1" presStyleCnt="5">
        <dgm:presLayoutVars>
          <dgm:bulletEnabled val="1"/>
        </dgm:presLayoutVars>
      </dgm:prSet>
      <dgm:spPr/>
    </dgm:pt>
    <dgm:pt modelId="{82BD3132-A487-B541-BB3F-113F309A6265}" type="pres">
      <dgm:prSet presAssocID="{9123D344-4343-7948-BE7C-4FE70310909F}" presName="sp" presStyleCnt="0"/>
      <dgm:spPr/>
    </dgm:pt>
    <dgm:pt modelId="{63BC9789-C4F2-F146-8782-5B46DC717882}" type="pres">
      <dgm:prSet presAssocID="{207B6173-4389-014C-B6A1-43B3A75F2D61}" presName="linNode" presStyleCnt="0"/>
      <dgm:spPr/>
    </dgm:pt>
    <dgm:pt modelId="{7F8FD23C-4BB0-E246-94DB-1AF2A1906D0E}" type="pres">
      <dgm:prSet presAssocID="{207B6173-4389-014C-B6A1-43B3A75F2D61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B16A41D8-4F89-3345-83D8-70EDC63A69A8}" type="pres">
      <dgm:prSet presAssocID="{207B6173-4389-014C-B6A1-43B3A75F2D61}" presName="descendantText" presStyleLbl="alignAccFollowNode1" presStyleIdx="2" presStyleCnt="5">
        <dgm:presLayoutVars>
          <dgm:bulletEnabled val="1"/>
        </dgm:presLayoutVars>
      </dgm:prSet>
      <dgm:spPr/>
    </dgm:pt>
    <dgm:pt modelId="{9A455C5B-F59B-214E-AA16-42DA8EA20663}" type="pres">
      <dgm:prSet presAssocID="{19C536A3-3E5D-0049-B0BD-0033A65F95F6}" presName="sp" presStyleCnt="0"/>
      <dgm:spPr/>
    </dgm:pt>
    <dgm:pt modelId="{01D40FAB-6084-F24D-8709-CF19778F32C7}" type="pres">
      <dgm:prSet presAssocID="{68FF1D82-6A85-3F4B-B244-CAFA86F5FDBA}" presName="linNode" presStyleCnt="0"/>
      <dgm:spPr/>
    </dgm:pt>
    <dgm:pt modelId="{C9109870-C3EB-4348-9056-F14FD44BE617}" type="pres">
      <dgm:prSet presAssocID="{68FF1D82-6A85-3F4B-B244-CAFA86F5FDBA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63BF7112-70B1-1F41-B557-EFE6527D4864}" type="pres">
      <dgm:prSet presAssocID="{68FF1D82-6A85-3F4B-B244-CAFA86F5FDBA}" presName="descendantText" presStyleLbl="alignAccFollowNode1" presStyleIdx="3" presStyleCnt="5">
        <dgm:presLayoutVars>
          <dgm:bulletEnabled val="1"/>
        </dgm:presLayoutVars>
      </dgm:prSet>
      <dgm:spPr/>
    </dgm:pt>
    <dgm:pt modelId="{D92DCF94-2707-3843-A851-E7CCD4700538}" type="pres">
      <dgm:prSet presAssocID="{E9ABB229-FF69-6745-BDAE-1FE55C4C2FB4}" presName="sp" presStyleCnt="0"/>
      <dgm:spPr/>
    </dgm:pt>
    <dgm:pt modelId="{EB703303-0ADF-6F43-BEBE-01EE7BC224C6}" type="pres">
      <dgm:prSet presAssocID="{540D4B2E-07EA-AB4C-909E-0C30DEA4D23E}" presName="linNode" presStyleCnt="0"/>
      <dgm:spPr/>
    </dgm:pt>
    <dgm:pt modelId="{ED124163-433A-3A4B-8A59-4095FEEA3476}" type="pres">
      <dgm:prSet presAssocID="{540D4B2E-07EA-AB4C-909E-0C30DEA4D23E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AF7D1422-E1F8-404F-BC1A-B77F9F1ADAF2}" type="pres">
      <dgm:prSet presAssocID="{540D4B2E-07EA-AB4C-909E-0C30DEA4D23E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96A4A901-FA59-C044-ABAA-7D79E401A177}" srcId="{48B5CB6F-B506-744D-8766-CD5BDAB32E0D}" destId="{8E8A4CAC-ADC6-7641-9807-7DFC4AFE0D1A}" srcOrd="0" destOrd="0" parTransId="{2EE6DB38-BBC0-3848-AD3F-5649A094B488}" sibTransId="{F983F4D3-61CD-BD4E-852A-4C544AD11E69}"/>
    <dgm:cxn modelId="{9A30950E-BB0A-DB40-8EA9-9B896F76867F}" srcId="{5B3C35B6-1C38-3C47-81B2-5AE9ED0A0591}" destId="{48B5CB6F-B506-744D-8766-CD5BDAB32E0D}" srcOrd="1" destOrd="0" parTransId="{B35BD758-4667-EF4F-9309-4D684268676E}" sibTransId="{9123D344-4343-7948-BE7C-4FE70310909F}"/>
    <dgm:cxn modelId="{BAE45A15-64EE-6A43-AE03-9BDDA23ADDF8}" srcId="{5B3C35B6-1C38-3C47-81B2-5AE9ED0A0591}" destId="{FD59A162-6BA8-D843-878F-BBA7EC29C72F}" srcOrd="0" destOrd="0" parTransId="{EA2FBE09-ADF9-BD46-B603-76B66470CB3F}" sibTransId="{74A7337E-A4C8-B240-8358-F5E022A1637F}"/>
    <dgm:cxn modelId="{C0746B15-E443-F444-8EC2-325F3078E7E1}" type="presOf" srcId="{5B3C35B6-1C38-3C47-81B2-5AE9ED0A0591}" destId="{946FBB2C-2B97-F54F-8018-A93DB084918F}" srcOrd="0" destOrd="0" presId="urn:microsoft.com/office/officeart/2005/8/layout/vList5"/>
    <dgm:cxn modelId="{35F49839-A2C5-FD47-9494-64FCA1F4CD6E}" type="presOf" srcId="{FD59A162-6BA8-D843-878F-BBA7EC29C72F}" destId="{F3C5457F-C3F3-2D4C-8C65-6BC2D8D17209}" srcOrd="0" destOrd="0" presId="urn:microsoft.com/office/officeart/2005/8/layout/vList5"/>
    <dgm:cxn modelId="{651A1946-7CC1-424F-924E-E97F5FD0245E}" srcId="{540D4B2E-07EA-AB4C-909E-0C30DEA4D23E}" destId="{D44F66E8-F1DE-DD42-94D6-93B1EB987537}" srcOrd="0" destOrd="0" parTransId="{E1506828-41E3-C44C-BB4D-1EE735CE0248}" sibTransId="{DF26A46F-0A5B-A249-B927-998B14FFEA89}"/>
    <dgm:cxn modelId="{A61B7463-7DD3-B148-B5B3-C9D32C323994}" type="presOf" srcId="{D44F66E8-F1DE-DD42-94D6-93B1EB987537}" destId="{AF7D1422-E1F8-404F-BC1A-B77F9F1ADAF2}" srcOrd="0" destOrd="0" presId="urn:microsoft.com/office/officeart/2005/8/layout/vList5"/>
    <dgm:cxn modelId="{9EA11268-D572-EC42-842F-A1BAD5773107}" type="presOf" srcId="{DA753477-F334-7A47-B1EC-E64947F2BC8A}" destId="{63BF7112-70B1-1F41-B557-EFE6527D4864}" srcOrd="0" destOrd="0" presId="urn:microsoft.com/office/officeart/2005/8/layout/vList5"/>
    <dgm:cxn modelId="{6A801977-CF22-DA4B-AAEE-E0735234A849}" type="presOf" srcId="{8E8A4CAC-ADC6-7641-9807-7DFC4AFE0D1A}" destId="{D2069653-5216-3D44-93F5-413079A97CE7}" srcOrd="0" destOrd="0" presId="urn:microsoft.com/office/officeart/2005/8/layout/vList5"/>
    <dgm:cxn modelId="{08CB7F7E-8905-7F4A-B3B0-FAB3AC8D741C}" srcId="{5B3C35B6-1C38-3C47-81B2-5AE9ED0A0591}" destId="{207B6173-4389-014C-B6A1-43B3A75F2D61}" srcOrd="2" destOrd="0" parTransId="{B866135E-9910-014B-985E-056C9CC551AB}" sibTransId="{19C536A3-3E5D-0049-B0BD-0033A65F95F6}"/>
    <dgm:cxn modelId="{36AF467F-4B62-C643-8338-55BAE23B6E44}" type="presOf" srcId="{30A939BD-D0A2-734A-A445-4CBB4E4F48C1}" destId="{B16A41D8-4F89-3345-83D8-70EDC63A69A8}" srcOrd="0" destOrd="0" presId="urn:microsoft.com/office/officeart/2005/8/layout/vList5"/>
    <dgm:cxn modelId="{1BE4A09A-D5AA-214D-ABCD-D0BD8FCF57B7}" srcId="{68FF1D82-6A85-3F4B-B244-CAFA86F5FDBA}" destId="{DA753477-F334-7A47-B1EC-E64947F2BC8A}" srcOrd="0" destOrd="0" parTransId="{FE0BC8DF-4153-584F-A314-2B2488829F99}" sibTransId="{4F5F1812-8269-6B47-A965-2B23E428CE62}"/>
    <dgm:cxn modelId="{61007FA0-9611-8B43-9D30-E5AD2F2EC8CF}" srcId="{5B3C35B6-1C38-3C47-81B2-5AE9ED0A0591}" destId="{540D4B2E-07EA-AB4C-909E-0C30DEA4D23E}" srcOrd="4" destOrd="0" parTransId="{031A985C-EB7B-CA42-9107-5AE61357026B}" sibTransId="{6C4D7CE0-A89C-7942-ACFC-7F92AC83986D}"/>
    <dgm:cxn modelId="{BC9CBCA1-6B6D-A74A-B8DE-DD522ABD6A42}" type="presOf" srcId="{48B5CB6F-B506-744D-8766-CD5BDAB32E0D}" destId="{8EF4B87F-F77D-5F42-96B9-0A6680280896}" srcOrd="0" destOrd="0" presId="urn:microsoft.com/office/officeart/2005/8/layout/vList5"/>
    <dgm:cxn modelId="{FB153CA4-8662-204C-9EE8-6DFE6F09B3D2}" srcId="{207B6173-4389-014C-B6A1-43B3A75F2D61}" destId="{30A939BD-D0A2-734A-A445-4CBB4E4F48C1}" srcOrd="0" destOrd="0" parTransId="{1075F97B-FA82-8945-8236-AD781CCBD7FB}" sibTransId="{E9CB4754-9821-6A4D-9FD3-A8BA3FB7120F}"/>
    <dgm:cxn modelId="{3FF116A6-7537-434D-8F84-7F8C252ACBD2}" type="presOf" srcId="{207B6173-4389-014C-B6A1-43B3A75F2D61}" destId="{7F8FD23C-4BB0-E246-94DB-1AF2A1906D0E}" srcOrd="0" destOrd="0" presId="urn:microsoft.com/office/officeart/2005/8/layout/vList5"/>
    <dgm:cxn modelId="{3206DCB1-B9B6-0F44-8CF9-6A42344146C0}" type="presOf" srcId="{540D4B2E-07EA-AB4C-909E-0C30DEA4D23E}" destId="{ED124163-433A-3A4B-8A59-4095FEEA3476}" srcOrd="0" destOrd="0" presId="urn:microsoft.com/office/officeart/2005/8/layout/vList5"/>
    <dgm:cxn modelId="{A6242EB9-62E4-D243-B3FC-CD409083D22B}" type="presOf" srcId="{28146B70-8215-4C4C-8DF6-ECB093B636FC}" destId="{088CA1C6-D3F4-ED4E-8F9F-5C7A253AA076}" srcOrd="0" destOrd="0" presId="urn:microsoft.com/office/officeart/2005/8/layout/vList5"/>
    <dgm:cxn modelId="{5E8DD0D3-8B54-8444-A8FE-2DD583FD09F4}" type="presOf" srcId="{68FF1D82-6A85-3F4B-B244-CAFA86F5FDBA}" destId="{C9109870-C3EB-4348-9056-F14FD44BE617}" srcOrd="0" destOrd="0" presId="urn:microsoft.com/office/officeart/2005/8/layout/vList5"/>
    <dgm:cxn modelId="{BFDEF2D9-8721-964A-8B5F-6E7DF9FFD9E1}" srcId="{FD59A162-6BA8-D843-878F-BBA7EC29C72F}" destId="{28146B70-8215-4C4C-8DF6-ECB093B636FC}" srcOrd="0" destOrd="0" parTransId="{7CADBDA2-F6FB-CA4B-8F15-A3B626F6FB4F}" sibTransId="{B817D990-B395-6340-B845-4E8C39503BBB}"/>
    <dgm:cxn modelId="{330C43DC-AE79-BB43-97E0-577D87960071}" srcId="{5B3C35B6-1C38-3C47-81B2-5AE9ED0A0591}" destId="{68FF1D82-6A85-3F4B-B244-CAFA86F5FDBA}" srcOrd="3" destOrd="0" parTransId="{14D6B144-9F14-3C46-BB3C-AD3C571BCCC3}" sibTransId="{E9ABB229-FF69-6745-BDAE-1FE55C4C2FB4}"/>
    <dgm:cxn modelId="{2B02C77D-0897-9548-954A-78548EEC8C9C}" type="presParOf" srcId="{946FBB2C-2B97-F54F-8018-A93DB084918F}" destId="{E014077E-7EE1-D642-B7FB-52A6B97FD295}" srcOrd="0" destOrd="0" presId="urn:microsoft.com/office/officeart/2005/8/layout/vList5"/>
    <dgm:cxn modelId="{928A94F6-9F50-A34F-9068-C10065E2C47A}" type="presParOf" srcId="{E014077E-7EE1-D642-B7FB-52A6B97FD295}" destId="{F3C5457F-C3F3-2D4C-8C65-6BC2D8D17209}" srcOrd="0" destOrd="0" presId="urn:microsoft.com/office/officeart/2005/8/layout/vList5"/>
    <dgm:cxn modelId="{2A866975-AA6B-A345-9013-43ADE56CD26B}" type="presParOf" srcId="{E014077E-7EE1-D642-B7FB-52A6B97FD295}" destId="{088CA1C6-D3F4-ED4E-8F9F-5C7A253AA076}" srcOrd="1" destOrd="0" presId="urn:microsoft.com/office/officeart/2005/8/layout/vList5"/>
    <dgm:cxn modelId="{E40BDB15-5B63-CE45-9890-A68EDCA62179}" type="presParOf" srcId="{946FBB2C-2B97-F54F-8018-A93DB084918F}" destId="{DD776BB2-E260-BE47-8274-167E10526B5C}" srcOrd="1" destOrd="0" presId="urn:microsoft.com/office/officeart/2005/8/layout/vList5"/>
    <dgm:cxn modelId="{BF886708-A8BE-9E48-9457-DB35448128D3}" type="presParOf" srcId="{946FBB2C-2B97-F54F-8018-A93DB084918F}" destId="{78267B4D-C843-0C46-A1A3-707D63D42DFC}" srcOrd="2" destOrd="0" presId="urn:microsoft.com/office/officeart/2005/8/layout/vList5"/>
    <dgm:cxn modelId="{BB93BECB-59AB-C74E-AA87-EDAE97F535EA}" type="presParOf" srcId="{78267B4D-C843-0C46-A1A3-707D63D42DFC}" destId="{8EF4B87F-F77D-5F42-96B9-0A6680280896}" srcOrd="0" destOrd="0" presId="urn:microsoft.com/office/officeart/2005/8/layout/vList5"/>
    <dgm:cxn modelId="{7A317A94-BAA8-7640-AA41-91F7D38ACCA1}" type="presParOf" srcId="{78267B4D-C843-0C46-A1A3-707D63D42DFC}" destId="{D2069653-5216-3D44-93F5-413079A97CE7}" srcOrd="1" destOrd="0" presId="urn:microsoft.com/office/officeart/2005/8/layout/vList5"/>
    <dgm:cxn modelId="{EE596DAF-A6C1-C548-9B47-CE3AC6864CD5}" type="presParOf" srcId="{946FBB2C-2B97-F54F-8018-A93DB084918F}" destId="{82BD3132-A487-B541-BB3F-113F309A6265}" srcOrd="3" destOrd="0" presId="urn:microsoft.com/office/officeart/2005/8/layout/vList5"/>
    <dgm:cxn modelId="{D931D442-3075-7C48-B372-640C322BA708}" type="presParOf" srcId="{946FBB2C-2B97-F54F-8018-A93DB084918F}" destId="{63BC9789-C4F2-F146-8782-5B46DC717882}" srcOrd="4" destOrd="0" presId="urn:microsoft.com/office/officeart/2005/8/layout/vList5"/>
    <dgm:cxn modelId="{92529A40-24DE-5F4C-ABD9-EF37C2D40521}" type="presParOf" srcId="{63BC9789-C4F2-F146-8782-5B46DC717882}" destId="{7F8FD23C-4BB0-E246-94DB-1AF2A1906D0E}" srcOrd="0" destOrd="0" presId="urn:microsoft.com/office/officeart/2005/8/layout/vList5"/>
    <dgm:cxn modelId="{5E35651D-EE76-1042-B278-3AB2558FD38F}" type="presParOf" srcId="{63BC9789-C4F2-F146-8782-5B46DC717882}" destId="{B16A41D8-4F89-3345-83D8-70EDC63A69A8}" srcOrd="1" destOrd="0" presId="urn:microsoft.com/office/officeart/2005/8/layout/vList5"/>
    <dgm:cxn modelId="{03CB0A86-6865-B143-984B-69EE35538D95}" type="presParOf" srcId="{946FBB2C-2B97-F54F-8018-A93DB084918F}" destId="{9A455C5B-F59B-214E-AA16-42DA8EA20663}" srcOrd="5" destOrd="0" presId="urn:microsoft.com/office/officeart/2005/8/layout/vList5"/>
    <dgm:cxn modelId="{76FF6CE8-A64E-8A4B-9A9F-D35006702927}" type="presParOf" srcId="{946FBB2C-2B97-F54F-8018-A93DB084918F}" destId="{01D40FAB-6084-F24D-8709-CF19778F32C7}" srcOrd="6" destOrd="0" presId="urn:microsoft.com/office/officeart/2005/8/layout/vList5"/>
    <dgm:cxn modelId="{CD77A86C-9805-E140-A2A2-BFC4D5A9180E}" type="presParOf" srcId="{01D40FAB-6084-F24D-8709-CF19778F32C7}" destId="{C9109870-C3EB-4348-9056-F14FD44BE617}" srcOrd="0" destOrd="0" presId="urn:microsoft.com/office/officeart/2005/8/layout/vList5"/>
    <dgm:cxn modelId="{96C52726-E8D1-E74B-AA61-225746F011C4}" type="presParOf" srcId="{01D40FAB-6084-F24D-8709-CF19778F32C7}" destId="{63BF7112-70B1-1F41-B557-EFE6527D4864}" srcOrd="1" destOrd="0" presId="urn:microsoft.com/office/officeart/2005/8/layout/vList5"/>
    <dgm:cxn modelId="{CECC9CAC-3FCB-0143-BFA3-0DAD32E0B34B}" type="presParOf" srcId="{946FBB2C-2B97-F54F-8018-A93DB084918F}" destId="{D92DCF94-2707-3843-A851-E7CCD4700538}" srcOrd="7" destOrd="0" presId="urn:microsoft.com/office/officeart/2005/8/layout/vList5"/>
    <dgm:cxn modelId="{AFFB87E7-9858-D94C-ADE6-6CAB30EAE1E0}" type="presParOf" srcId="{946FBB2C-2B97-F54F-8018-A93DB084918F}" destId="{EB703303-0ADF-6F43-BEBE-01EE7BC224C6}" srcOrd="8" destOrd="0" presId="urn:microsoft.com/office/officeart/2005/8/layout/vList5"/>
    <dgm:cxn modelId="{46D6EE7B-2049-7444-ABFB-2E20A986EBF4}" type="presParOf" srcId="{EB703303-0ADF-6F43-BEBE-01EE7BC224C6}" destId="{ED124163-433A-3A4B-8A59-4095FEEA3476}" srcOrd="0" destOrd="0" presId="urn:microsoft.com/office/officeart/2005/8/layout/vList5"/>
    <dgm:cxn modelId="{ED6B2779-22F1-554E-95A3-60EC1EBD32F7}" type="presParOf" srcId="{EB703303-0ADF-6F43-BEBE-01EE7BC224C6}" destId="{AF7D1422-E1F8-404F-BC1A-B77F9F1ADAF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3C35B6-1C38-3C47-81B2-5AE9ED0A0591}" type="doc">
      <dgm:prSet loTypeId="urn:microsoft.com/office/officeart/2005/8/layout/vList5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D59A162-6BA8-D843-878F-BBA7EC29C72F}">
      <dgm:prSet phldrT="[Text]"/>
      <dgm:spPr/>
      <dgm:t>
        <a:bodyPr/>
        <a:lstStyle/>
        <a:p>
          <a:r>
            <a:rPr lang="en-US" dirty="0"/>
            <a:t>Samples</a:t>
          </a:r>
        </a:p>
      </dgm:t>
    </dgm:pt>
    <dgm:pt modelId="{EA2FBE09-ADF9-BD46-B603-76B66470CB3F}" type="parTrans" cxnId="{BAE45A15-64EE-6A43-AE03-9BDDA23ADDF8}">
      <dgm:prSet/>
      <dgm:spPr/>
      <dgm:t>
        <a:bodyPr/>
        <a:lstStyle/>
        <a:p>
          <a:endParaRPr lang="en-US"/>
        </a:p>
      </dgm:t>
    </dgm:pt>
    <dgm:pt modelId="{74A7337E-A4C8-B240-8358-F5E022A1637F}" type="sibTrans" cxnId="{BAE45A15-64EE-6A43-AE03-9BDDA23ADDF8}">
      <dgm:prSet/>
      <dgm:spPr/>
      <dgm:t>
        <a:bodyPr/>
        <a:lstStyle/>
        <a:p>
          <a:endParaRPr lang="en-US"/>
        </a:p>
      </dgm:t>
    </dgm:pt>
    <dgm:pt modelId="{28146B70-8215-4C4C-8DF6-ECB093B636FC}">
      <dgm:prSet phldrT="[Text]"/>
      <dgm:spPr/>
      <dgm:t>
        <a:bodyPr/>
        <a:lstStyle/>
        <a:p>
          <a:r>
            <a:rPr lang="en-US" dirty="0"/>
            <a:t>Sample and sample preparation.</a:t>
          </a:r>
        </a:p>
      </dgm:t>
    </dgm:pt>
    <dgm:pt modelId="{7CADBDA2-F6FB-CA4B-8F15-A3B626F6FB4F}" type="parTrans" cxnId="{BFDEF2D9-8721-964A-8B5F-6E7DF9FFD9E1}">
      <dgm:prSet/>
      <dgm:spPr/>
      <dgm:t>
        <a:bodyPr/>
        <a:lstStyle/>
        <a:p>
          <a:endParaRPr lang="en-US"/>
        </a:p>
      </dgm:t>
    </dgm:pt>
    <dgm:pt modelId="{B817D990-B395-6340-B845-4E8C39503BBB}" type="sibTrans" cxnId="{BFDEF2D9-8721-964A-8B5F-6E7DF9FFD9E1}">
      <dgm:prSet/>
      <dgm:spPr/>
      <dgm:t>
        <a:bodyPr/>
        <a:lstStyle/>
        <a:p>
          <a:endParaRPr lang="en-US"/>
        </a:p>
      </dgm:t>
    </dgm:pt>
    <dgm:pt modelId="{48B5CB6F-B506-744D-8766-CD5BDAB32E0D}">
      <dgm:prSet phldrT="[Text]"/>
      <dgm:spPr/>
      <dgm:t>
        <a:bodyPr/>
        <a:lstStyle/>
        <a:p>
          <a:r>
            <a:rPr lang="en-US" dirty="0"/>
            <a:t>Instrument &amp; Software</a:t>
          </a:r>
        </a:p>
      </dgm:t>
    </dgm:pt>
    <dgm:pt modelId="{B35BD758-4667-EF4F-9309-4D684268676E}" type="parTrans" cxnId="{9A30950E-BB0A-DB40-8EA9-9B896F76867F}">
      <dgm:prSet/>
      <dgm:spPr/>
      <dgm:t>
        <a:bodyPr/>
        <a:lstStyle/>
        <a:p>
          <a:endParaRPr lang="en-US"/>
        </a:p>
      </dgm:t>
    </dgm:pt>
    <dgm:pt modelId="{9123D344-4343-7948-BE7C-4FE70310909F}" type="sibTrans" cxnId="{9A30950E-BB0A-DB40-8EA9-9B896F76867F}">
      <dgm:prSet/>
      <dgm:spPr/>
      <dgm:t>
        <a:bodyPr/>
        <a:lstStyle/>
        <a:p>
          <a:endParaRPr lang="en-US"/>
        </a:p>
      </dgm:t>
    </dgm:pt>
    <dgm:pt modelId="{8E8A4CAC-ADC6-7641-9807-7DFC4AFE0D1A}">
      <dgm:prSet phldrT="[Text]"/>
      <dgm:spPr/>
      <dgm:t>
        <a:bodyPr/>
        <a:lstStyle/>
        <a:p>
          <a:r>
            <a:rPr lang="en-US" dirty="0"/>
            <a:t>Analytical hardware and software.</a:t>
          </a:r>
        </a:p>
      </dgm:t>
    </dgm:pt>
    <dgm:pt modelId="{2EE6DB38-BBC0-3848-AD3F-5649A094B488}" type="parTrans" cxnId="{96A4A901-FA59-C044-ABAA-7D79E401A177}">
      <dgm:prSet/>
      <dgm:spPr/>
      <dgm:t>
        <a:bodyPr/>
        <a:lstStyle/>
        <a:p>
          <a:endParaRPr lang="en-US"/>
        </a:p>
      </dgm:t>
    </dgm:pt>
    <dgm:pt modelId="{F983F4D3-61CD-BD4E-852A-4C544AD11E69}" type="sibTrans" cxnId="{96A4A901-FA59-C044-ABAA-7D79E401A177}">
      <dgm:prSet/>
      <dgm:spPr/>
      <dgm:t>
        <a:bodyPr/>
        <a:lstStyle/>
        <a:p>
          <a:endParaRPr lang="en-US"/>
        </a:p>
      </dgm:t>
    </dgm:pt>
    <dgm:pt modelId="{207B6173-4389-014C-B6A1-43B3A75F2D61}">
      <dgm:prSet phldrT="[Text]"/>
      <dgm:spPr/>
      <dgm:t>
        <a:bodyPr/>
        <a:lstStyle/>
        <a:p>
          <a:r>
            <a:rPr lang="en-US" dirty="0"/>
            <a:t>Measurement Info</a:t>
          </a:r>
        </a:p>
      </dgm:t>
    </dgm:pt>
    <dgm:pt modelId="{B866135E-9910-014B-985E-056C9CC551AB}" type="parTrans" cxnId="{08CB7F7E-8905-7F4A-B3B0-FAB3AC8D741C}">
      <dgm:prSet/>
      <dgm:spPr/>
      <dgm:t>
        <a:bodyPr/>
        <a:lstStyle/>
        <a:p>
          <a:endParaRPr lang="en-US"/>
        </a:p>
      </dgm:t>
    </dgm:pt>
    <dgm:pt modelId="{19C536A3-3E5D-0049-B0BD-0033A65F95F6}" type="sibTrans" cxnId="{08CB7F7E-8905-7F4A-B3B0-FAB3AC8D741C}">
      <dgm:prSet/>
      <dgm:spPr/>
      <dgm:t>
        <a:bodyPr/>
        <a:lstStyle/>
        <a:p>
          <a:endParaRPr lang="en-US"/>
        </a:p>
      </dgm:t>
    </dgm:pt>
    <dgm:pt modelId="{68FF1D82-6A85-3F4B-B244-CAFA86F5FDBA}">
      <dgm:prSet phldrT="[Text]"/>
      <dgm:spPr/>
      <dgm:t>
        <a:bodyPr/>
        <a:lstStyle/>
        <a:p>
          <a:r>
            <a:rPr lang="en-US" dirty="0"/>
            <a:t>Data Processing</a:t>
          </a:r>
        </a:p>
      </dgm:t>
    </dgm:pt>
    <dgm:pt modelId="{14D6B144-9F14-3C46-BB3C-AD3C571BCCC3}" type="parTrans" cxnId="{330C43DC-AE79-BB43-97E0-577D87960071}">
      <dgm:prSet/>
      <dgm:spPr/>
      <dgm:t>
        <a:bodyPr/>
        <a:lstStyle/>
        <a:p>
          <a:endParaRPr lang="en-US"/>
        </a:p>
      </dgm:t>
    </dgm:pt>
    <dgm:pt modelId="{E9ABB229-FF69-6745-BDAE-1FE55C4C2FB4}" type="sibTrans" cxnId="{330C43DC-AE79-BB43-97E0-577D87960071}">
      <dgm:prSet/>
      <dgm:spPr/>
      <dgm:t>
        <a:bodyPr/>
        <a:lstStyle/>
        <a:p>
          <a:endParaRPr lang="en-US"/>
        </a:p>
      </dgm:t>
    </dgm:pt>
    <dgm:pt modelId="{540D4B2E-07EA-AB4C-909E-0C30DEA4D23E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/>
            <a:t>QC &amp; Uncertainty</a:t>
          </a:r>
        </a:p>
      </dgm:t>
    </dgm:pt>
    <dgm:pt modelId="{031A985C-EB7B-CA42-9107-5AE61357026B}" type="parTrans" cxnId="{61007FA0-9611-8B43-9D30-E5AD2F2EC8CF}">
      <dgm:prSet/>
      <dgm:spPr/>
      <dgm:t>
        <a:bodyPr/>
        <a:lstStyle/>
        <a:p>
          <a:endParaRPr lang="en-US"/>
        </a:p>
      </dgm:t>
    </dgm:pt>
    <dgm:pt modelId="{6C4D7CE0-A89C-7942-ACFC-7F92AC83986D}" type="sibTrans" cxnId="{61007FA0-9611-8B43-9D30-E5AD2F2EC8CF}">
      <dgm:prSet/>
      <dgm:spPr/>
      <dgm:t>
        <a:bodyPr/>
        <a:lstStyle/>
        <a:p>
          <a:endParaRPr lang="en-US"/>
        </a:p>
      </dgm:t>
    </dgm:pt>
    <dgm:pt modelId="{30A939BD-D0A2-734A-A445-4CBB4E4F48C1}">
      <dgm:prSet phldrT="[Text]"/>
      <dgm:spPr/>
      <dgm:t>
        <a:bodyPr/>
        <a:lstStyle/>
        <a:p>
          <a:r>
            <a:rPr lang="en-US" dirty="0"/>
            <a:t>How raw data is generated.</a:t>
          </a:r>
        </a:p>
      </dgm:t>
    </dgm:pt>
    <dgm:pt modelId="{1075F97B-FA82-8945-8236-AD781CCBD7FB}" type="parTrans" cxnId="{FB153CA4-8662-204C-9EE8-6DFE6F09B3D2}">
      <dgm:prSet/>
      <dgm:spPr/>
      <dgm:t>
        <a:bodyPr/>
        <a:lstStyle/>
        <a:p>
          <a:endParaRPr lang="en-US"/>
        </a:p>
      </dgm:t>
    </dgm:pt>
    <dgm:pt modelId="{E9CB4754-9821-6A4D-9FD3-A8BA3FB7120F}" type="sibTrans" cxnId="{FB153CA4-8662-204C-9EE8-6DFE6F09B3D2}">
      <dgm:prSet/>
      <dgm:spPr/>
      <dgm:t>
        <a:bodyPr/>
        <a:lstStyle/>
        <a:p>
          <a:endParaRPr lang="en-US"/>
        </a:p>
      </dgm:t>
    </dgm:pt>
    <dgm:pt modelId="{DA753477-F334-7A47-B1EC-E64947F2BC8A}">
      <dgm:prSet phldrT="[Text]"/>
      <dgm:spPr/>
      <dgm:t>
        <a:bodyPr/>
        <a:lstStyle/>
        <a:p>
          <a:r>
            <a:rPr lang="en-US" dirty="0"/>
            <a:t>How raw data is processed.</a:t>
          </a:r>
        </a:p>
      </dgm:t>
    </dgm:pt>
    <dgm:pt modelId="{FE0BC8DF-4153-584F-A314-2B2488829F99}" type="parTrans" cxnId="{1BE4A09A-D5AA-214D-ABCD-D0BD8FCF57B7}">
      <dgm:prSet/>
      <dgm:spPr/>
      <dgm:t>
        <a:bodyPr/>
        <a:lstStyle/>
        <a:p>
          <a:endParaRPr lang="en-US"/>
        </a:p>
      </dgm:t>
    </dgm:pt>
    <dgm:pt modelId="{4F5F1812-8269-6B47-A965-2B23E428CE62}" type="sibTrans" cxnId="{1BE4A09A-D5AA-214D-ABCD-D0BD8FCF57B7}">
      <dgm:prSet/>
      <dgm:spPr/>
      <dgm:t>
        <a:bodyPr/>
        <a:lstStyle/>
        <a:p>
          <a:endParaRPr lang="en-US"/>
        </a:p>
      </dgm:t>
    </dgm:pt>
    <dgm:pt modelId="{D44F66E8-F1DE-DD42-94D6-93B1EB987537}">
      <dgm:prSet phldrT="[Text]"/>
      <dgm:spPr>
        <a:solidFill>
          <a:schemeClr val="accent4">
            <a:lumMod val="40000"/>
            <a:lumOff val="60000"/>
            <a:alpha val="90000"/>
          </a:schemeClr>
        </a:solidFill>
        <a:ln>
          <a:solidFill>
            <a:srgbClr val="00B0F0">
              <a:alpha val="90000"/>
            </a:srgbClr>
          </a:solidFill>
        </a:ln>
      </dgm:spPr>
      <dgm:t>
        <a:bodyPr/>
        <a:lstStyle/>
        <a:p>
          <a:r>
            <a:rPr lang="en-US" dirty="0"/>
            <a:t>How good data is.</a:t>
          </a:r>
        </a:p>
      </dgm:t>
    </dgm:pt>
    <dgm:pt modelId="{E1506828-41E3-C44C-BB4D-1EE735CE0248}" type="parTrans" cxnId="{651A1946-7CC1-424F-924E-E97F5FD0245E}">
      <dgm:prSet/>
      <dgm:spPr/>
      <dgm:t>
        <a:bodyPr/>
        <a:lstStyle/>
        <a:p>
          <a:endParaRPr lang="en-US"/>
        </a:p>
      </dgm:t>
    </dgm:pt>
    <dgm:pt modelId="{DF26A46F-0A5B-A249-B927-998B14FFEA89}" type="sibTrans" cxnId="{651A1946-7CC1-424F-924E-E97F5FD0245E}">
      <dgm:prSet/>
      <dgm:spPr/>
      <dgm:t>
        <a:bodyPr/>
        <a:lstStyle/>
        <a:p>
          <a:endParaRPr lang="en-US"/>
        </a:p>
      </dgm:t>
    </dgm:pt>
    <dgm:pt modelId="{946FBB2C-2B97-F54F-8018-A93DB084918F}" type="pres">
      <dgm:prSet presAssocID="{5B3C35B6-1C38-3C47-81B2-5AE9ED0A0591}" presName="Name0" presStyleCnt="0">
        <dgm:presLayoutVars>
          <dgm:dir/>
          <dgm:animLvl val="lvl"/>
          <dgm:resizeHandles val="exact"/>
        </dgm:presLayoutVars>
      </dgm:prSet>
      <dgm:spPr/>
    </dgm:pt>
    <dgm:pt modelId="{E014077E-7EE1-D642-B7FB-52A6B97FD295}" type="pres">
      <dgm:prSet presAssocID="{FD59A162-6BA8-D843-878F-BBA7EC29C72F}" presName="linNode" presStyleCnt="0"/>
      <dgm:spPr/>
    </dgm:pt>
    <dgm:pt modelId="{F3C5457F-C3F3-2D4C-8C65-6BC2D8D17209}" type="pres">
      <dgm:prSet presAssocID="{FD59A162-6BA8-D843-878F-BBA7EC29C72F}" presName="parentText" presStyleLbl="node1" presStyleIdx="0" presStyleCnt="5" custLinFactNeighborX="-13430" custLinFactNeighborY="1027">
        <dgm:presLayoutVars>
          <dgm:chMax val="1"/>
          <dgm:bulletEnabled val="1"/>
        </dgm:presLayoutVars>
      </dgm:prSet>
      <dgm:spPr/>
    </dgm:pt>
    <dgm:pt modelId="{088CA1C6-D3F4-ED4E-8F9F-5C7A253AA076}" type="pres">
      <dgm:prSet presAssocID="{FD59A162-6BA8-D843-878F-BBA7EC29C72F}" presName="descendantText" presStyleLbl="alignAccFollowNode1" presStyleIdx="0" presStyleCnt="5">
        <dgm:presLayoutVars>
          <dgm:bulletEnabled val="1"/>
        </dgm:presLayoutVars>
      </dgm:prSet>
      <dgm:spPr/>
    </dgm:pt>
    <dgm:pt modelId="{DD776BB2-E260-BE47-8274-167E10526B5C}" type="pres">
      <dgm:prSet presAssocID="{74A7337E-A4C8-B240-8358-F5E022A1637F}" presName="sp" presStyleCnt="0"/>
      <dgm:spPr/>
    </dgm:pt>
    <dgm:pt modelId="{78267B4D-C843-0C46-A1A3-707D63D42DFC}" type="pres">
      <dgm:prSet presAssocID="{48B5CB6F-B506-744D-8766-CD5BDAB32E0D}" presName="linNode" presStyleCnt="0"/>
      <dgm:spPr/>
    </dgm:pt>
    <dgm:pt modelId="{8EF4B87F-F77D-5F42-96B9-0A6680280896}" type="pres">
      <dgm:prSet presAssocID="{48B5CB6F-B506-744D-8766-CD5BDAB32E0D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D2069653-5216-3D44-93F5-413079A97CE7}" type="pres">
      <dgm:prSet presAssocID="{48B5CB6F-B506-744D-8766-CD5BDAB32E0D}" presName="descendantText" presStyleLbl="alignAccFollowNode1" presStyleIdx="1" presStyleCnt="5">
        <dgm:presLayoutVars>
          <dgm:bulletEnabled val="1"/>
        </dgm:presLayoutVars>
      </dgm:prSet>
      <dgm:spPr/>
    </dgm:pt>
    <dgm:pt modelId="{82BD3132-A487-B541-BB3F-113F309A6265}" type="pres">
      <dgm:prSet presAssocID="{9123D344-4343-7948-BE7C-4FE70310909F}" presName="sp" presStyleCnt="0"/>
      <dgm:spPr/>
    </dgm:pt>
    <dgm:pt modelId="{63BC9789-C4F2-F146-8782-5B46DC717882}" type="pres">
      <dgm:prSet presAssocID="{207B6173-4389-014C-B6A1-43B3A75F2D61}" presName="linNode" presStyleCnt="0"/>
      <dgm:spPr/>
    </dgm:pt>
    <dgm:pt modelId="{7F8FD23C-4BB0-E246-94DB-1AF2A1906D0E}" type="pres">
      <dgm:prSet presAssocID="{207B6173-4389-014C-B6A1-43B3A75F2D61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B16A41D8-4F89-3345-83D8-70EDC63A69A8}" type="pres">
      <dgm:prSet presAssocID="{207B6173-4389-014C-B6A1-43B3A75F2D61}" presName="descendantText" presStyleLbl="alignAccFollowNode1" presStyleIdx="2" presStyleCnt="5">
        <dgm:presLayoutVars>
          <dgm:bulletEnabled val="1"/>
        </dgm:presLayoutVars>
      </dgm:prSet>
      <dgm:spPr/>
    </dgm:pt>
    <dgm:pt modelId="{9A455C5B-F59B-214E-AA16-42DA8EA20663}" type="pres">
      <dgm:prSet presAssocID="{19C536A3-3E5D-0049-B0BD-0033A65F95F6}" presName="sp" presStyleCnt="0"/>
      <dgm:spPr/>
    </dgm:pt>
    <dgm:pt modelId="{01D40FAB-6084-F24D-8709-CF19778F32C7}" type="pres">
      <dgm:prSet presAssocID="{68FF1D82-6A85-3F4B-B244-CAFA86F5FDBA}" presName="linNode" presStyleCnt="0"/>
      <dgm:spPr/>
    </dgm:pt>
    <dgm:pt modelId="{C9109870-C3EB-4348-9056-F14FD44BE617}" type="pres">
      <dgm:prSet presAssocID="{68FF1D82-6A85-3F4B-B244-CAFA86F5FDBA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63BF7112-70B1-1F41-B557-EFE6527D4864}" type="pres">
      <dgm:prSet presAssocID="{68FF1D82-6A85-3F4B-B244-CAFA86F5FDBA}" presName="descendantText" presStyleLbl="alignAccFollowNode1" presStyleIdx="3" presStyleCnt="5">
        <dgm:presLayoutVars>
          <dgm:bulletEnabled val="1"/>
        </dgm:presLayoutVars>
      </dgm:prSet>
      <dgm:spPr/>
    </dgm:pt>
    <dgm:pt modelId="{D92DCF94-2707-3843-A851-E7CCD4700538}" type="pres">
      <dgm:prSet presAssocID="{E9ABB229-FF69-6745-BDAE-1FE55C4C2FB4}" presName="sp" presStyleCnt="0"/>
      <dgm:spPr/>
    </dgm:pt>
    <dgm:pt modelId="{EB703303-0ADF-6F43-BEBE-01EE7BC224C6}" type="pres">
      <dgm:prSet presAssocID="{540D4B2E-07EA-AB4C-909E-0C30DEA4D23E}" presName="linNode" presStyleCnt="0"/>
      <dgm:spPr/>
    </dgm:pt>
    <dgm:pt modelId="{ED124163-433A-3A4B-8A59-4095FEEA3476}" type="pres">
      <dgm:prSet presAssocID="{540D4B2E-07EA-AB4C-909E-0C30DEA4D23E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AF7D1422-E1F8-404F-BC1A-B77F9F1ADAF2}" type="pres">
      <dgm:prSet presAssocID="{540D4B2E-07EA-AB4C-909E-0C30DEA4D23E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96A4A901-FA59-C044-ABAA-7D79E401A177}" srcId="{48B5CB6F-B506-744D-8766-CD5BDAB32E0D}" destId="{8E8A4CAC-ADC6-7641-9807-7DFC4AFE0D1A}" srcOrd="0" destOrd="0" parTransId="{2EE6DB38-BBC0-3848-AD3F-5649A094B488}" sibTransId="{F983F4D3-61CD-BD4E-852A-4C544AD11E69}"/>
    <dgm:cxn modelId="{9A30950E-BB0A-DB40-8EA9-9B896F76867F}" srcId="{5B3C35B6-1C38-3C47-81B2-5AE9ED0A0591}" destId="{48B5CB6F-B506-744D-8766-CD5BDAB32E0D}" srcOrd="1" destOrd="0" parTransId="{B35BD758-4667-EF4F-9309-4D684268676E}" sibTransId="{9123D344-4343-7948-BE7C-4FE70310909F}"/>
    <dgm:cxn modelId="{BAE45A15-64EE-6A43-AE03-9BDDA23ADDF8}" srcId="{5B3C35B6-1C38-3C47-81B2-5AE9ED0A0591}" destId="{FD59A162-6BA8-D843-878F-BBA7EC29C72F}" srcOrd="0" destOrd="0" parTransId="{EA2FBE09-ADF9-BD46-B603-76B66470CB3F}" sibTransId="{74A7337E-A4C8-B240-8358-F5E022A1637F}"/>
    <dgm:cxn modelId="{C0746B15-E443-F444-8EC2-325F3078E7E1}" type="presOf" srcId="{5B3C35B6-1C38-3C47-81B2-5AE9ED0A0591}" destId="{946FBB2C-2B97-F54F-8018-A93DB084918F}" srcOrd="0" destOrd="0" presId="urn:microsoft.com/office/officeart/2005/8/layout/vList5"/>
    <dgm:cxn modelId="{35F49839-A2C5-FD47-9494-64FCA1F4CD6E}" type="presOf" srcId="{FD59A162-6BA8-D843-878F-BBA7EC29C72F}" destId="{F3C5457F-C3F3-2D4C-8C65-6BC2D8D17209}" srcOrd="0" destOrd="0" presId="urn:microsoft.com/office/officeart/2005/8/layout/vList5"/>
    <dgm:cxn modelId="{651A1946-7CC1-424F-924E-E97F5FD0245E}" srcId="{540D4B2E-07EA-AB4C-909E-0C30DEA4D23E}" destId="{D44F66E8-F1DE-DD42-94D6-93B1EB987537}" srcOrd="0" destOrd="0" parTransId="{E1506828-41E3-C44C-BB4D-1EE735CE0248}" sibTransId="{DF26A46F-0A5B-A249-B927-998B14FFEA89}"/>
    <dgm:cxn modelId="{A61B7463-7DD3-B148-B5B3-C9D32C323994}" type="presOf" srcId="{D44F66E8-F1DE-DD42-94D6-93B1EB987537}" destId="{AF7D1422-E1F8-404F-BC1A-B77F9F1ADAF2}" srcOrd="0" destOrd="0" presId="urn:microsoft.com/office/officeart/2005/8/layout/vList5"/>
    <dgm:cxn modelId="{9EA11268-D572-EC42-842F-A1BAD5773107}" type="presOf" srcId="{DA753477-F334-7A47-B1EC-E64947F2BC8A}" destId="{63BF7112-70B1-1F41-B557-EFE6527D4864}" srcOrd="0" destOrd="0" presId="urn:microsoft.com/office/officeart/2005/8/layout/vList5"/>
    <dgm:cxn modelId="{6A801977-CF22-DA4B-AAEE-E0735234A849}" type="presOf" srcId="{8E8A4CAC-ADC6-7641-9807-7DFC4AFE0D1A}" destId="{D2069653-5216-3D44-93F5-413079A97CE7}" srcOrd="0" destOrd="0" presId="urn:microsoft.com/office/officeart/2005/8/layout/vList5"/>
    <dgm:cxn modelId="{08CB7F7E-8905-7F4A-B3B0-FAB3AC8D741C}" srcId="{5B3C35B6-1C38-3C47-81B2-5AE9ED0A0591}" destId="{207B6173-4389-014C-B6A1-43B3A75F2D61}" srcOrd="2" destOrd="0" parTransId="{B866135E-9910-014B-985E-056C9CC551AB}" sibTransId="{19C536A3-3E5D-0049-B0BD-0033A65F95F6}"/>
    <dgm:cxn modelId="{36AF467F-4B62-C643-8338-55BAE23B6E44}" type="presOf" srcId="{30A939BD-D0A2-734A-A445-4CBB4E4F48C1}" destId="{B16A41D8-4F89-3345-83D8-70EDC63A69A8}" srcOrd="0" destOrd="0" presId="urn:microsoft.com/office/officeart/2005/8/layout/vList5"/>
    <dgm:cxn modelId="{1BE4A09A-D5AA-214D-ABCD-D0BD8FCF57B7}" srcId="{68FF1D82-6A85-3F4B-B244-CAFA86F5FDBA}" destId="{DA753477-F334-7A47-B1EC-E64947F2BC8A}" srcOrd="0" destOrd="0" parTransId="{FE0BC8DF-4153-584F-A314-2B2488829F99}" sibTransId="{4F5F1812-8269-6B47-A965-2B23E428CE62}"/>
    <dgm:cxn modelId="{61007FA0-9611-8B43-9D30-E5AD2F2EC8CF}" srcId="{5B3C35B6-1C38-3C47-81B2-5AE9ED0A0591}" destId="{540D4B2E-07EA-AB4C-909E-0C30DEA4D23E}" srcOrd="4" destOrd="0" parTransId="{031A985C-EB7B-CA42-9107-5AE61357026B}" sibTransId="{6C4D7CE0-A89C-7942-ACFC-7F92AC83986D}"/>
    <dgm:cxn modelId="{BC9CBCA1-6B6D-A74A-B8DE-DD522ABD6A42}" type="presOf" srcId="{48B5CB6F-B506-744D-8766-CD5BDAB32E0D}" destId="{8EF4B87F-F77D-5F42-96B9-0A6680280896}" srcOrd="0" destOrd="0" presId="urn:microsoft.com/office/officeart/2005/8/layout/vList5"/>
    <dgm:cxn modelId="{FB153CA4-8662-204C-9EE8-6DFE6F09B3D2}" srcId="{207B6173-4389-014C-B6A1-43B3A75F2D61}" destId="{30A939BD-D0A2-734A-A445-4CBB4E4F48C1}" srcOrd="0" destOrd="0" parTransId="{1075F97B-FA82-8945-8236-AD781CCBD7FB}" sibTransId="{E9CB4754-9821-6A4D-9FD3-A8BA3FB7120F}"/>
    <dgm:cxn modelId="{3FF116A6-7537-434D-8F84-7F8C252ACBD2}" type="presOf" srcId="{207B6173-4389-014C-B6A1-43B3A75F2D61}" destId="{7F8FD23C-4BB0-E246-94DB-1AF2A1906D0E}" srcOrd="0" destOrd="0" presId="urn:microsoft.com/office/officeart/2005/8/layout/vList5"/>
    <dgm:cxn modelId="{3206DCB1-B9B6-0F44-8CF9-6A42344146C0}" type="presOf" srcId="{540D4B2E-07EA-AB4C-909E-0C30DEA4D23E}" destId="{ED124163-433A-3A4B-8A59-4095FEEA3476}" srcOrd="0" destOrd="0" presId="urn:microsoft.com/office/officeart/2005/8/layout/vList5"/>
    <dgm:cxn modelId="{A6242EB9-62E4-D243-B3FC-CD409083D22B}" type="presOf" srcId="{28146B70-8215-4C4C-8DF6-ECB093B636FC}" destId="{088CA1C6-D3F4-ED4E-8F9F-5C7A253AA076}" srcOrd="0" destOrd="0" presId="urn:microsoft.com/office/officeart/2005/8/layout/vList5"/>
    <dgm:cxn modelId="{5E8DD0D3-8B54-8444-A8FE-2DD583FD09F4}" type="presOf" srcId="{68FF1D82-6A85-3F4B-B244-CAFA86F5FDBA}" destId="{C9109870-C3EB-4348-9056-F14FD44BE617}" srcOrd="0" destOrd="0" presId="urn:microsoft.com/office/officeart/2005/8/layout/vList5"/>
    <dgm:cxn modelId="{BFDEF2D9-8721-964A-8B5F-6E7DF9FFD9E1}" srcId="{FD59A162-6BA8-D843-878F-BBA7EC29C72F}" destId="{28146B70-8215-4C4C-8DF6-ECB093B636FC}" srcOrd="0" destOrd="0" parTransId="{7CADBDA2-F6FB-CA4B-8F15-A3B626F6FB4F}" sibTransId="{B817D990-B395-6340-B845-4E8C39503BBB}"/>
    <dgm:cxn modelId="{330C43DC-AE79-BB43-97E0-577D87960071}" srcId="{5B3C35B6-1C38-3C47-81B2-5AE9ED0A0591}" destId="{68FF1D82-6A85-3F4B-B244-CAFA86F5FDBA}" srcOrd="3" destOrd="0" parTransId="{14D6B144-9F14-3C46-BB3C-AD3C571BCCC3}" sibTransId="{E9ABB229-FF69-6745-BDAE-1FE55C4C2FB4}"/>
    <dgm:cxn modelId="{2B02C77D-0897-9548-954A-78548EEC8C9C}" type="presParOf" srcId="{946FBB2C-2B97-F54F-8018-A93DB084918F}" destId="{E014077E-7EE1-D642-B7FB-52A6B97FD295}" srcOrd="0" destOrd="0" presId="urn:microsoft.com/office/officeart/2005/8/layout/vList5"/>
    <dgm:cxn modelId="{928A94F6-9F50-A34F-9068-C10065E2C47A}" type="presParOf" srcId="{E014077E-7EE1-D642-B7FB-52A6B97FD295}" destId="{F3C5457F-C3F3-2D4C-8C65-6BC2D8D17209}" srcOrd="0" destOrd="0" presId="urn:microsoft.com/office/officeart/2005/8/layout/vList5"/>
    <dgm:cxn modelId="{2A866975-AA6B-A345-9013-43ADE56CD26B}" type="presParOf" srcId="{E014077E-7EE1-D642-B7FB-52A6B97FD295}" destId="{088CA1C6-D3F4-ED4E-8F9F-5C7A253AA076}" srcOrd="1" destOrd="0" presId="urn:microsoft.com/office/officeart/2005/8/layout/vList5"/>
    <dgm:cxn modelId="{E40BDB15-5B63-CE45-9890-A68EDCA62179}" type="presParOf" srcId="{946FBB2C-2B97-F54F-8018-A93DB084918F}" destId="{DD776BB2-E260-BE47-8274-167E10526B5C}" srcOrd="1" destOrd="0" presId="urn:microsoft.com/office/officeart/2005/8/layout/vList5"/>
    <dgm:cxn modelId="{BF886708-A8BE-9E48-9457-DB35448128D3}" type="presParOf" srcId="{946FBB2C-2B97-F54F-8018-A93DB084918F}" destId="{78267B4D-C843-0C46-A1A3-707D63D42DFC}" srcOrd="2" destOrd="0" presId="urn:microsoft.com/office/officeart/2005/8/layout/vList5"/>
    <dgm:cxn modelId="{BB93BECB-59AB-C74E-AA87-EDAE97F535EA}" type="presParOf" srcId="{78267B4D-C843-0C46-A1A3-707D63D42DFC}" destId="{8EF4B87F-F77D-5F42-96B9-0A6680280896}" srcOrd="0" destOrd="0" presId="urn:microsoft.com/office/officeart/2005/8/layout/vList5"/>
    <dgm:cxn modelId="{7A317A94-BAA8-7640-AA41-91F7D38ACCA1}" type="presParOf" srcId="{78267B4D-C843-0C46-A1A3-707D63D42DFC}" destId="{D2069653-5216-3D44-93F5-413079A97CE7}" srcOrd="1" destOrd="0" presId="urn:microsoft.com/office/officeart/2005/8/layout/vList5"/>
    <dgm:cxn modelId="{EE596DAF-A6C1-C548-9B47-CE3AC6864CD5}" type="presParOf" srcId="{946FBB2C-2B97-F54F-8018-A93DB084918F}" destId="{82BD3132-A487-B541-BB3F-113F309A6265}" srcOrd="3" destOrd="0" presId="urn:microsoft.com/office/officeart/2005/8/layout/vList5"/>
    <dgm:cxn modelId="{D931D442-3075-7C48-B372-640C322BA708}" type="presParOf" srcId="{946FBB2C-2B97-F54F-8018-A93DB084918F}" destId="{63BC9789-C4F2-F146-8782-5B46DC717882}" srcOrd="4" destOrd="0" presId="urn:microsoft.com/office/officeart/2005/8/layout/vList5"/>
    <dgm:cxn modelId="{92529A40-24DE-5F4C-ABD9-EF37C2D40521}" type="presParOf" srcId="{63BC9789-C4F2-F146-8782-5B46DC717882}" destId="{7F8FD23C-4BB0-E246-94DB-1AF2A1906D0E}" srcOrd="0" destOrd="0" presId="urn:microsoft.com/office/officeart/2005/8/layout/vList5"/>
    <dgm:cxn modelId="{5E35651D-EE76-1042-B278-3AB2558FD38F}" type="presParOf" srcId="{63BC9789-C4F2-F146-8782-5B46DC717882}" destId="{B16A41D8-4F89-3345-83D8-70EDC63A69A8}" srcOrd="1" destOrd="0" presId="urn:microsoft.com/office/officeart/2005/8/layout/vList5"/>
    <dgm:cxn modelId="{03CB0A86-6865-B143-984B-69EE35538D95}" type="presParOf" srcId="{946FBB2C-2B97-F54F-8018-A93DB084918F}" destId="{9A455C5B-F59B-214E-AA16-42DA8EA20663}" srcOrd="5" destOrd="0" presId="urn:microsoft.com/office/officeart/2005/8/layout/vList5"/>
    <dgm:cxn modelId="{76FF6CE8-A64E-8A4B-9A9F-D35006702927}" type="presParOf" srcId="{946FBB2C-2B97-F54F-8018-A93DB084918F}" destId="{01D40FAB-6084-F24D-8709-CF19778F32C7}" srcOrd="6" destOrd="0" presId="urn:microsoft.com/office/officeart/2005/8/layout/vList5"/>
    <dgm:cxn modelId="{CD77A86C-9805-E140-A2A2-BFC4D5A9180E}" type="presParOf" srcId="{01D40FAB-6084-F24D-8709-CF19778F32C7}" destId="{C9109870-C3EB-4348-9056-F14FD44BE617}" srcOrd="0" destOrd="0" presId="urn:microsoft.com/office/officeart/2005/8/layout/vList5"/>
    <dgm:cxn modelId="{96C52726-E8D1-E74B-AA61-225746F011C4}" type="presParOf" srcId="{01D40FAB-6084-F24D-8709-CF19778F32C7}" destId="{63BF7112-70B1-1F41-B557-EFE6527D4864}" srcOrd="1" destOrd="0" presId="urn:microsoft.com/office/officeart/2005/8/layout/vList5"/>
    <dgm:cxn modelId="{CECC9CAC-3FCB-0143-BFA3-0DAD32E0B34B}" type="presParOf" srcId="{946FBB2C-2B97-F54F-8018-A93DB084918F}" destId="{D92DCF94-2707-3843-A851-E7CCD4700538}" srcOrd="7" destOrd="0" presId="urn:microsoft.com/office/officeart/2005/8/layout/vList5"/>
    <dgm:cxn modelId="{AFFB87E7-9858-D94C-ADE6-6CAB30EAE1E0}" type="presParOf" srcId="{946FBB2C-2B97-F54F-8018-A93DB084918F}" destId="{EB703303-0ADF-6F43-BEBE-01EE7BC224C6}" srcOrd="8" destOrd="0" presId="urn:microsoft.com/office/officeart/2005/8/layout/vList5"/>
    <dgm:cxn modelId="{46D6EE7B-2049-7444-ABFB-2E20A986EBF4}" type="presParOf" srcId="{EB703303-0ADF-6F43-BEBE-01EE7BC224C6}" destId="{ED124163-433A-3A4B-8A59-4095FEEA3476}" srcOrd="0" destOrd="0" presId="urn:microsoft.com/office/officeart/2005/8/layout/vList5"/>
    <dgm:cxn modelId="{ED6B2779-22F1-554E-95A3-60EC1EBD32F7}" type="presParOf" srcId="{EB703303-0ADF-6F43-BEBE-01EE7BC224C6}" destId="{AF7D1422-E1F8-404F-BC1A-B77F9F1ADAF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28EFFD2-6C03-034D-8B26-361FD567E1EB}" type="doc">
      <dgm:prSet loTypeId="urn:microsoft.com/office/officeart/2005/8/layout/hierarchy6" loCatId="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2880F508-CF97-4C46-ADED-537636CEE780}">
      <dgm:prSet phldrT="[Text]"/>
      <dgm:spPr/>
      <dgm:t>
        <a:bodyPr/>
        <a:lstStyle/>
        <a:p>
          <a:r>
            <a:rPr lang="en-US" b="1" dirty="0"/>
            <a:t>WDS on Electron Probe Micro-Analysis (EPMA)</a:t>
          </a:r>
        </a:p>
      </dgm:t>
    </dgm:pt>
    <dgm:pt modelId="{FFE8C36D-E2F9-984D-93A2-7A0224D73E51}" type="parTrans" cxnId="{83CBB378-ED74-DA42-A202-6D938B08D153}">
      <dgm:prSet/>
      <dgm:spPr/>
      <dgm:t>
        <a:bodyPr/>
        <a:lstStyle/>
        <a:p>
          <a:endParaRPr lang="en-US"/>
        </a:p>
      </dgm:t>
    </dgm:pt>
    <dgm:pt modelId="{097BE42C-F4A3-6D42-A6D4-88DBD54804BC}" type="sibTrans" cxnId="{83CBB378-ED74-DA42-A202-6D938B08D153}">
      <dgm:prSet/>
      <dgm:spPr/>
      <dgm:t>
        <a:bodyPr/>
        <a:lstStyle/>
        <a:p>
          <a:endParaRPr lang="en-US"/>
        </a:p>
      </dgm:t>
    </dgm:pt>
    <dgm:pt modelId="{C679204C-6439-564D-A3E9-C755B18CAAAC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/>
            <a:t>“Olivine major element composition analysis by EPMA-WDS” </a:t>
          </a:r>
        </a:p>
      </dgm:t>
    </dgm:pt>
    <dgm:pt modelId="{BA9191AE-3C9E-DE41-A553-02BDAE97B2AA}" type="parTrans" cxnId="{FEA65EE4-50F7-FF44-A22D-6C6736798E8F}">
      <dgm:prSet/>
      <dgm:spPr>
        <a:ln>
          <a:solidFill>
            <a:srgbClr val="0070C0"/>
          </a:solidFill>
        </a:ln>
      </dgm:spPr>
      <dgm:t>
        <a:bodyPr/>
        <a:lstStyle/>
        <a:p>
          <a:endParaRPr lang="en-US"/>
        </a:p>
      </dgm:t>
    </dgm:pt>
    <dgm:pt modelId="{7EA24FE1-6BEA-7F4D-BAA4-D96C66179789}" type="sibTrans" cxnId="{FEA65EE4-50F7-FF44-A22D-6C6736798E8F}">
      <dgm:prSet/>
      <dgm:spPr/>
      <dgm:t>
        <a:bodyPr/>
        <a:lstStyle/>
        <a:p>
          <a:endParaRPr lang="en-US"/>
        </a:p>
      </dgm:t>
    </dgm:pt>
    <dgm:pt modelId="{2155C153-4EF7-0A42-99A8-6B0DD2EF4380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Procedure A (LDEO)</a:t>
          </a:r>
        </a:p>
      </dgm:t>
    </dgm:pt>
    <dgm:pt modelId="{D4D6E89D-A37D-B649-8D9E-56DADE73A438}" type="parTrans" cxnId="{DDB13ECD-9182-234D-88F1-4C7F3EFF2B87}">
      <dgm:prSet/>
      <dgm:spPr>
        <a:ln>
          <a:solidFill>
            <a:schemeClr val="accent2"/>
          </a:solidFill>
        </a:ln>
      </dgm:spPr>
      <dgm:t>
        <a:bodyPr/>
        <a:lstStyle/>
        <a:p>
          <a:endParaRPr lang="en-US"/>
        </a:p>
      </dgm:t>
    </dgm:pt>
    <dgm:pt modelId="{04C73A0F-F850-354F-A2BD-6CCB75002FF4}" type="sibTrans" cxnId="{DDB13ECD-9182-234D-88F1-4C7F3EFF2B87}">
      <dgm:prSet/>
      <dgm:spPr/>
      <dgm:t>
        <a:bodyPr/>
        <a:lstStyle/>
        <a:p>
          <a:endParaRPr lang="en-US"/>
        </a:p>
      </dgm:t>
    </dgm:pt>
    <dgm:pt modelId="{3EE3DA63-381A-7648-9733-7B59F202A5F7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Procedure B (NASA JSC)</a:t>
          </a:r>
        </a:p>
      </dgm:t>
    </dgm:pt>
    <dgm:pt modelId="{A06DA9A6-4F40-9346-8A54-64734373E0F1}" type="parTrans" cxnId="{B4042F0D-F5CE-CF42-BE1E-9136CBBFF43B}">
      <dgm:prSet/>
      <dgm:spPr>
        <a:ln>
          <a:solidFill>
            <a:schemeClr val="accent2"/>
          </a:solidFill>
        </a:ln>
      </dgm:spPr>
      <dgm:t>
        <a:bodyPr/>
        <a:lstStyle/>
        <a:p>
          <a:endParaRPr lang="en-US"/>
        </a:p>
      </dgm:t>
    </dgm:pt>
    <dgm:pt modelId="{C7E8DDAB-BEC4-7948-B60F-4A903D3871F9}" type="sibTrans" cxnId="{B4042F0D-F5CE-CF42-BE1E-9136CBBFF43B}">
      <dgm:prSet/>
      <dgm:spPr/>
      <dgm:t>
        <a:bodyPr/>
        <a:lstStyle/>
        <a:p>
          <a:endParaRPr lang="en-US"/>
        </a:p>
      </dgm:t>
    </dgm:pt>
    <dgm:pt modelId="{2DCB1AAB-8C82-3747-A41A-BCABE1BF6B0F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/>
            <a:t>“Carbonate trace element composition analysis by EPMA-WDS”</a:t>
          </a:r>
        </a:p>
      </dgm:t>
    </dgm:pt>
    <dgm:pt modelId="{25461895-5CDC-5C49-93FE-C8B1CF41CD73}" type="parTrans" cxnId="{BE87B553-A4E2-254B-A52C-BB2D78E46C6A}">
      <dgm:prSet/>
      <dgm:spPr>
        <a:ln>
          <a:solidFill>
            <a:srgbClr val="0070C0"/>
          </a:solidFill>
        </a:ln>
      </dgm:spPr>
      <dgm:t>
        <a:bodyPr/>
        <a:lstStyle/>
        <a:p>
          <a:endParaRPr lang="en-US"/>
        </a:p>
      </dgm:t>
    </dgm:pt>
    <dgm:pt modelId="{F42FC282-DB72-FC4C-82FA-4885B5347C56}" type="sibTrans" cxnId="{BE87B553-A4E2-254B-A52C-BB2D78E46C6A}">
      <dgm:prSet/>
      <dgm:spPr/>
      <dgm:t>
        <a:bodyPr/>
        <a:lstStyle/>
        <a:p>
          <a:endParaRPr lang="en-US"/>
        </a:p>
      </dgm:t>
    </dgm:pt>
    <dgm:pt modelId="{C11094E1-D2BA-744F-92C0-E9E15D40069F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Procedure A (NASA JSC)</a:t>
          </a:r>
        </a:p>
      </dgm:t>
    </dgm:pt>
    <dgm:pt modelId="{F0C2A2A6-BFE6-5E42-9030-8196DF2E9A61}" type="parTrans" cxnId="{B569ED45-DD4A-A146-BFD0-3AA3889D2091}">
      <dgm:prSet/>
      <dgm:spPr>
        <a:ln>
          <a:solidFill>
            <a:schemeClr val="accent2"/>
          </a:solidFill>
        </a:ln>
      </dgm:spPr>
      <dgm:t>
        <a:bodyPr/>
        <a:lstStyle/>
        <a:p>
          <a:endParaRPr lang="en-US"/>
        </a:p>
      </dgm:t>
    </dgm:pt>
    <dgm:pt modelId="{06303FB1-4768-CD44-A102-1F775C32A967}" type="sibTrans" cxnId="{B569ED45-DD4A-A146-BFD0-3AA3889D2091}">
      <dgm:prSet/>
      <dgm:spPr/>
      <dgm:t>
        <a:bodyPr/>
        <a:lstStyle/>
        <a:p>
          <a:endParaRPr lang="en-US"/>
        </a:p>
      </dgm:t>
    </dgm:pt>
    <dgm:pt modelId="{6890E4C1-A88B-B04F-8BB1-089846DAD923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408"/>
            </a:spcAft>
          </a:pPr>
          <a:r>
            <a:rPr lang="en-US" sz="2400" b="1" u="none" dirty="0"/>
            <a:t>Technique</a:t>
          </a:r>
        </a:p>
        <a:p>
          <a:pPr>
            <a:lnSpc>
              <a:spcPct val="100000"/>
            </a:lnSpc>
            <a:spcAft>
              <a:spcPts val="408"/>
            </a:spcAft>
          </a:pPr>
          <a:r>
            <a:rPr lang="en-US" sz="1400" i="1" dirty="0"/>
            <a:t>The principle(s) of a measurement</a:t>
          </a:r>
        </a:p>
      </dgm:t>
    </dgm:pt>
    <dgm:pt modelId="{C5AD9E85-FBC9-1F47-9DB0-EA0CEB6A1E24}" type="parTrans" cxnId="{61308BEA-251C-FE41-A528-B65243EC8D27}">
      <dgm:prSet/>
      <dgm:spPr/>
      <dgm:t>
        <a:bodyPr/>
        <a:lstStyle/>
        <a:p>
          <a:endParaRPr lang="en-US"/>
        </a:p>
      </dgm:t>
    </dgm:pt>
    <dgm:pt modelId="{AB19E0AE-1486-CF4A-9F9D-A6BEDD9C0ECA}" type="sibTrans" cxnId="{61308BEA-251C-FE41-A528-B65243EC8D27}">
      <dgm:prSet/>
      <dgm:spPr/>
      <dgm:t>
        <a:bodyPr/>
        <a:lstStyle/>
        <a:p>
          <a:endParaRPr lang="en-US"/>
        </a:p>
      </dgm:t>
    </dgm:pt>
    <dgm:pt modelId="{CDB85513-1075-1246-A01C-F0B325CB77CE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408"/>
            </a:spcAft>
          </a:pPr>
          <a:r>
            <a:rPr lang="en-US" sz="2400" b="1" u="none" dirty="0"/>
            <a:t>Method</a:t>
          </a:r>
        </a:p>
        <a:p>
          <a:pPr>
            <a:lnSpc>
              <a:spcPct val="100000"/>
            </a:lnSpc>
            <a:spcAft>
              <a:spcPts val="408"/>
            </a:spcAft>
          </a:pPr>
          <a:r>
            <a:rPr lang="en-US" sz="1400" i="1" dirty="0"/>
            <a:t>The application of a technique</a:t>
          </a:r>
          <a:endParaRPr lang="en-US" sz="1400" dirty="0"/>
        </a:p>
      </dgm:t>
    </dgm:pt>
    <dgm:pt modelId="{AA812B74-4184-0643-B4E9-168A4E8AE0AD}" type="parTrans" cxnId="{98E5709B-839D-B64B-ABBA-1324A7A4D35F}">
      <dgm:prSet/>
      <dgm:spPr/>
      <dgm:t>
        <a:bodyPr/>
        <a:lstStyle/>
        <a:p>
          <a:endParaRPr lang="en-US"/>
        </a:p>
      </dgm:t>
    </dgm:pt>
    <dgm:pt modelId="{B5EF3A6C-A533-1C42-BB15-A47F1EBA1260}" type="sibTrans" cxnId="{98E5709B-839D-B64B-ABBA-1324A7A4D35F}">
      <dgm:prSet/>
      <dgm:spPr/>
      <dgm:t>
        <a:bodyPr/>
        <a:lstStyle/>
        <a:p>
          <a:endParaRPr lang="en-US"/>
        </a:p>
      </dgm:t>
    </dgm:pt>
    <dgm:pt modelId="{84C91242-E602-6847-903F-A3AA9D048661}">
      <dgm:prSet phldrT="[Text]" custT="1"/>
      <dgm:spPr/>
      <dgm:t>
        <a:bodyPr/>
        <a:lstStyle/>
        <a:p>
          <a:pPr>
            <a:spcAft>
              <a:spcPts val="408"/>
            </a:spcAft>
          </a:pPr>
          <a:r>
            <a:rPr lang="en-US" sz="2400" b="1" dirty="0"/>
            <a:t>Procedure</a:t>
          </a:r>
        </a:p>
        <a:p>
          <a:pPr>
            <a:spcAft>
              <a:spcPts val="408"/>
            </a:spcAft>
          </a:pPr>
          <a:r>
            <a:rPr lang="en-US" sz="1400" i="1" dirty="0"/>
            <a:t>The “recipe” of a method</a:t>
          </a:r>
        </a:p>
      </dgm:t>
    </dgm:pt>
    <dgm:pt modelId="{9933E831-AB18-DA42-87F2-D768CF82EB28}" type="parTrans" cxnId="{C5F57894-BB46-9142-9B65-4ADA9FCAA14D}">
      <dgm:prSet/>
      <dgm:spPr/>
      <dgm:t>
        <a:bodyPr/>
        <a:lstStyle/>
        <a:p>
          <a:endParaRPr lang="en-US"/>
        </a:p>
      </dgm:t>
    </dgm:pt>
    <dgm:pt modelId="{677F4401-11CC-A046-84BD-19F6838D6A3C}" type="sibTrans" cxnId="{C5F57894-BB46-9142-9B65-4ADA9FCAA14D}">
      <dgm:prSet/>
      <dgm:spPr/>
      <dgm:t>
        <a:bodyPr/>
        <a:lstStyle/>
        <a:p>
          <a:endParaRPr lang="en-US"/>
        </a:p>
      </dgm:t>
    </dgm:pt>
    <dgm:pt modelId="{BA021FF9-298C-CD44-A577-7D0E2EE64466}">
      <dgm:prSet custT="1"/>
      <dgm:spPr/>
      <dgm:t>
        <a:bodyPr/>
        <a:lstStyle/>
        <a:p>
          <a:pPr>
            <a:spcAft>
              <a:spcPts val="408"/>
            </a:spcAft>
          </a:pPr>
          <a:r>
            <a:rPr lang="en-US" sz="2000" b="1" dirty="0"/>
            <a:t>Measurement/Analysis</a:t>
          </a:r>
        </a:p>
        <a:p>
          <a:pPr>
            <a:spcAft>
              <a:spcPts val="408"/>
            </a:spcAft>
          </a:pPr>
          <a:r>
            <a:rPr lang="en-US" sz="1400" b="0" i="1" dirty="0"/>
            <a:t>The implementation of a procedure</a:t>
          </a:r>
        </a:p>
      </dgm:t>
    </dgm:pt>
    <dgm:pt modelId="{76AD4262-6D29-3947-88A5-A941E5F78E19}" type="parTrans" cxnId="{5D365E35-7F87-8F4F-90B9-13FE7DAAD28B}">
      <dgm:prSet/>
      <dgm:spPr/>
      <dgm:t>
        <a:bodyPr/>
        <a:lstStyle/>
        <a:p>
          <a:endParaRPr lang="en-US"/>
        </a:p>
      </dgm:t>
    </dgm:pt>
    <dgm:pt modelId="{156D5509-E436-C44E-8225-EF169371DF55}" type="sibTrans" cxnId="{5D365E35-7F87-8F4F-90B9-13FE7DAAD28B}">
      <dgm:prSet/>
      <dgm:spPr/>
      <dgm:t>
        <a:bodyPr/>
        <a:lstStyle/>
        <a:p>
          <a:endParaRPr lang="en-US"/>
        </a:p>
      </dgm:t>
    </dgm:pt>
    <dgm:pt modelId="{69D7DB30-9F03-8447-A623-83C649506148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Procedure B (Caltech)</a:t>
          </a:r>
        </a:p>
      </dgm:t>
    </dgm:pt>
    <dgm:pt modelId="{932AABB1-0CA7-5A45-9023-BD67E67EA3C0}" type="parTrans" cxnId="{EB4742D3-875F-2C46-A75D-3427D789DA71}">
      <dgm:prSet/>
      <dgm:spPr>
        <a:ln>
          <a:solidFill>
            <a:schemeClr val="accent2"/>
          </a:solidFill>
        </a:ln>
      </dgm:spPr>
      <dgm:t>
        <a:bodyPr/>
        <a:lstStyle/>
        <a:p>
          <a:endParaRPr lang="en-US"/>
        </a:p>
      </dgm:t>
    </dgm:pt>
    <dgm:pt modelId="{CB08AB8F-69B3-8C46-AA72-127ADE708C8B}" type="sibTrans" cxnId="{EB4742D3-875F-2C46-A75D-3427D789DA71}">
      <dgm:prSet/>
      <dgm:spPr/>
      <dgm:t>
        <a:bodyPr/>
        <a:lstStyle/>
        <a:p>
          <a:endParaRPr lang="en-US"/>
        </a:p>
      </dgm:t>
    </dgm:pt>
    <dgm:pt modelId="{D898A35A-CA2F-2545-9363-68A3469EEB79}">
      <dgm:prSet/>
      <dgm:spPr>
        <a:solidFill>
          <a:srgbClr val="00B050"/>
        </a:solidFill>
      </dgm:spPr>
      <dgm:t>
        <a:bodyPr/>
        <a:lstStyle/>
        <a:p>
          <a:r>
            <a:rPr lang="en-US" dirty="0"/>
            <a:t>Session 05/01/2026</a:t>
          </a:r>
        </a:p>
      </dgm:t>
    </dgm:pt>
    <dgm:pt modelId="{CCD9B762-665F-D047-A582-E9D745B6E041}" type="parTrans" cxnId="{FBCE12CE-EB4B-D242-9454-FE5F1911BF4B}">
      <dgm:prSet/>
      <dgm:spPr>
        <a:ln>
          <a:solidFill>
            <a:srgbClr val="00B050"/>
          </a:solidFill>
        </a:ln>
      </dgm:spPr>
      <dgm:t>
        <a:bodyPr/>
        <a:lstStyle/>
        <a:p>
          <a:endParaRPr lang="en-US"/>
        </a:p>
      </dgm:t>
    </dgm:pt>
    <dgm:pt modelId="{9D1D6F2D-6FF5-7849-953F-84193CCC13B7}" type="sibTrans" cxnId="{FBCE12CE-EB4B-D242-9454-FE5F1911BF4B}">
      <dgm:prSet/>
      <dgm:spPr/>
      <dgm:t>
        <a:bodyPr/>
        <a:lstStyle/>
        <a:p>
          <a:endParaRPr lang="en-US"/>
        </a:p>
      </dgm:t>
    </dgm:pt>
    <dgm:pt modelId="{EA8706F8-257D-FC41-8441-C845975DF363}">
      <dgm:prSet/>
      <dgm:spPr>
        <a:solidFill>
          <a:srgbClr val="00B050"/>
        </a:solidFill>
      </dgm:spPr>
      <dgm:t>
        <a:bodyPr/>
        <a:lstStyle/>
        <a:p>
          <a:r>
            <a:rPr lang="en-US" dirty="0"/>
            <a:t>Session 05/20/2026</a:t>
          </a:r>
        </a:p>
      </dgm:t>
    </dgm:pt>
    <dgm:pt modelId="{1AFB6A38-2332-B44F-9E7B-BDE5CB4F8C13}" type="parTrans" cxnId="{9D6DE520-EAF8-8748-B83E-F3BE0F4A9E00}">
      <dgm:prSet/>
      <dgm:spPr>
        <a:ln>
          <a:solidFill>
            <a:srgbClr val="00B050"/>
          </a:solidFill>
        </a:ln>
      </dgm:spPr>
      <dgm:t>
        <a:bodyPr/>
        <a:lstStyle/>
        <a:p>
          <a:endParaRPr lang="en-US"/>
        </a:p>
      </dgm:t>
    </dgm:pt>
    <dgm:pt modelId="{CBFB9828-B68B-3D47-8967-FC319F0FD3B2}" type="sibTrans" cxnId="{9D6DE520-EAF8-8748-B83E-F3BE0F4A9E00}">
      <dgm:prSet/>
      <dgm:spPr/>
      <dgm:t>
        <a:bodyPr/>
        <a:lstStyle/>
        <a:p>
          <a:endParaRPr lang="en-US"/>
        </a:p>
      </dgm:t>
    </dgm:pt>
    <dgm:pt modelId="{EC33624F-9536-1E4B-AD98-42717A66DA28}">
      <dgm:prSet/>
      <dgm:spPr>
        <a:solidFill>
          <a:srgbClr val="00B050"/>
        </a:solidFill>
      </dgm:spPr>
      <dgm:t>
        <a:bodyPr/>
        <a:lstStyle/>
        <a:p>
          <a:r>
            <a:rPr lang="en-US" dirty="0"/>
            <a:t>Session 03/01/2026</a:t>
          </a:r>
        </a:p>
      </dgm:t>
    </dgm:pt>
    <dgm:pt modelId="{F5C14A69-56D8-DC4A-A929-8A163C35A708}" type="parTrans" cxnId="{E2D44608-80F7-3C49-9402-410E88CB778E}">
      <dgm:prSet/>
      <dgm:spPr>
        <a:ln>
          <a:solidFill>
            <a:srgbClr val="00B050"/>
          </a:solidFill>
        </a:ln>
      </dgm:spPr>
      <dgm:t>
        <a:bodyPr/>
        <a:lstStyle/>
        <a:p>
          <a:endParaRPr lang="en-US"/>
        </a:p>
      </dgm:t>
    </dgm:pt>
    <dgm:pt modelId="{571AF374-5715-D94D-BE31-D2F5F48E15F4}" type="sibTrans" cxnId="{E2D44608-80F7-3C49-9402-410E88CB778E}">
      <dgm:prSet/>
      <dgm:spPr/>
      <dgm:t>
        <a:bodyPr/>
        <a:lstStyle/>
        <a:p>
          <a:endParaRPr lang="en-US"/>
        </a:p>
      </dgm:t>
    </dgm:pt>
    <dgm:pt modelId="{F1409DC7-8C00-4249-8FF5-F02F2440AC61}">
      <dgm:prSet/>
      <dgm:spPr>
        <a:solidFill>
          <a:srgbClr val="00B050"/>
        </a:solidFill>
      </dgm:spPr>
      <dgm:t>
        <a:bodyPr/>
        <a:lstStyle/>
        <a:p>
          <a:r>
            <a:rPr lang="en-US" dirty="0"/>
            <a:t>Session 04/15/2026</a:t>
          </a:r>
        </a:p>
      </dgm:t>
    </dgm:pt>
    <dgm:pt modelId="{C9934BFE-AFBA-E942-A866-37A054D72396}" type="parTrans" cxnId="{D6FC94BE-0134-DF4B-8BF2-50996218EFDE}">
      <dgm:prSet/>
      <dgm:spPr>
        <a:ln>
          <a:solidFill>
            <a:srgbClr val="00B050"/>
          </a:solidFill>
        </a:ln>
      </dgm:spPr>
      <dgm:t>
        <a:bodyPr/>
        <a:lstStyle/>
        <a:p>
          <a:endParaRPr lang="en-US"/>
        </a:p>
      </dgm:t>
    </dgm:pt>
    <dgm:pt modelId="{75062199-C20E-4B44-B43B-1E63949C207C}" type="sibTrans" cxnId="{D6FC94BE-0134-DF4B-8BF2-50996218EFDE}">
      <dgm:prSet/>
      <dgm:spPr/>
      <dgm:t>
        <a:bodyPr/>
        <a:lstStyle/>
        <a:p>
          <a:endParaRPr lang="en-US"/>
        </a:p>
      </dgm:t>
    </dgm:pt>
    <dgm:pt modelId="{05ECE81F-627C-D04B-AB0A-D92EFB88F51E}">
      <dgm:prSet/>
      <dgm:spPr>
        <a:solidFill>
          <a:srgbClr val="00B050"/>
        </a:solidFill>
      </dgm:spPr>
      <dgm:t>
        <a:bodyPr/>
        <a:lstStyle/>
        <a:p>
          <a:r>
            <a:rPr lang="en-US" dirty="0"/>
            <a:t>Session 03/25/2026</a:t>
          </a:r>
        </a:p>
      </dgm:t>
    </dgm:pt>
    <dgm:pt modelId="{BF35C86B-AF7A-9942-B638-9CB429214B06}" type="parTrans" cxnId="{F3DE0EFF-8DE9-6E43-B221-D8F1DBE6A6FD}">
      <dgm:prSet/>
      <dgm:spPr>
        <a:ln>
          <a:solidFill>
            <a:srgbClr val="00B050"/>
          </a:solidFill>
        </a:ln>
      </dgm:spPr>
      <dgm:t>
        <a:bodyPr/>
        <a:lstStyle/>
        <a:p>
          <a:endParaRPr lang="en-US"/>
        </a:p>
      </dgm:t>
    </dgm:pt>
    <dgm:pt modelId="{E9314E05-8C7F-7A47-9187-C3158B140BFD}" type="sibTrans" cxnId="{F3DE0EFF-8DE9-6E43-B221-D8F1DBE6A6FD}">
      <dgm:prSet/>
      <dgm:spPr/>
      <dgm:t>
        <a:bodyPr/>
        <a:lstStyle/>
        <a:p>
          <a:endParaRPr lang="en-US"/>
        </a:p>
      </dgm:t>
    </dgm:pt>
    <dgm:pt modelId="{719C4FA5-759F-634E-B149-D4A0223A8F76}">
      <dgm:prSet/>
      <dgm:spPr>
        <a:solidFill>
          <a:srgbClr val="00B050"/>
        </a:solidFill>
      </dgm:spPr>
      <dgm:t>
        <a:bodyPr/>
        <a:lstStyle/>
        <a:p>
          <a:r>
            <a:rPr lang="en-US" dirty="0"/>
            <a:t>Session 04/15/2026</a:t>
          </a:r>
        </a:p>
      </dgm:t>
    </dgm:pt>
    <dgm:pt modelId="{462A938F-2A85-F84E-8BAD-16A88E0A8D4F}" type="parTrans" cxnId="{121A0BEA-F2CC-5E46-9953-5650085D1B66}">
      <dgm:prSet/>
      <dgm:spPr>
        <a:ln>
          <a:solidFill>
            <a:srgbClr val="00B050"/>
          </a:solidFill>
        </a:ln>
      </dgm:spPr>
      <dgm:t>
        <a:bodyPr/>
        <a:lstStyle/>
        <a:p>
          <a:endParaRPr lang="en-US"/>
        </a:p>
      </dgm:t>
    </dgm:pt>
    <dgm:pt modelId="{27A8564D-CC65-6C4F-8BF0-2BB55955BDB6}" type="sibTrans" cxnId="{121A0BEA-F2CC-5E46-9953-5650085D1B66}">
      <dgm:prSet/>
      <dgm:spPr/>
      <dgm:t>
        <a:bodyPr/>
        <a:lstStyle/>
        <a:p>
          <a:endParaRPr lang="en-US"/>
        </a:p>
      </dgm:t>
    </dgm:pt>
    <dgm:pt modelId="{D373AFA7-1F8F-2F49-89C3-69D198039493}">
      <dgm:prSet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pPr>
            <a:spcAft>
              <a:spcPts val="408"/>
            </a:spcAft>
          </a:pPr>
          <a:r>
            <a:rPr lang="en-US" sz="2400" b="1" dirty="0"/>
            <a:t>Data</a:t>
          </a:r>
        </a:p>
        <a:p>
          <a:pPr>
            <a:spcAft>
              <a:spcPts val="408"/>
            </a:spcAft>
          </a:pPr>
          <a:r>
            <a:rPr lang="en-US" sz="1400" b="0" i="1" dirty="0"/>
            <a:t>The product of a procedure</a:t>
          </a:r>
        </a:p>
      </dgm:t>
    </dgm:pt>
    <dgm:pt modelId="{9CE6539C-E019-F849-BE31-CF12C4C2EA7F}" type="parTrans" cxnId="{84B26DB7-9069-8D4C-814A-36D5E3549841}">
      <dgm:prSet/>
      <dgm:spPr/>
      <dgm:t>
        <a:bodyPr/>
        <a:lstStyle/>
        <a:p>
          <a:endParaRPr lang="en-US"/>
        </a:p>
      </dgm:t>
    </dgm:pt>
    <dgm:pt modelId="{2657C194-D9BB-3841-AB5F-63662B3FEC92}" type="sibTrans" cxnId="{84B26DB7-9069-8D4C-814A-36D5E3549841}">
      <dgm:prSet/>
      <dgm:spPr/>
      <dgm:t>
        <a:bodyPr/>
        <a:lstStyle/>
        <a:p>
          <a:endParaRPr lang="en-US"/>
        </a:p>
      </dgm:t>
    </dgm:pt>
    <dgm:pt modelId="{94A76FD3-B878-984C-B1A0-CD7D964B8816}">
      <dgm:prSet/>
      <dgm:spPr>
        <a:solidFill>
          <a:schemeClr val="accent5"/>
        </a:solidFill>
      </dgm:spPr>
      <dgm:t>
        <a:bodyPr/>
        <a:lstStyle/>
        <a:p>
          <a:r>
            <a:rPr lang="en-US" dirty="0"/>
            <a:t>Dataset A</a:t>
          </a:r>
        </a:p>
      </dgm:t>
    </dgm:pt>
    <dgm:pt modelId="{4704B685-F79B-7748-B6F9-218F57DBFC2A}" type="parTrans" cxnId="{40194C54-4443-5241-B87B-731AD9DE77F1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US"/>
        </a:p>
      </dgm:t>
    </dgm:pt>
    <dgm:pt modelId="{933C1007-7A48-0746-9252-BCBC8731290C}" type="sibTrans" cxnId="{40194C54-4443-5241-B87B-731AD9DE77F1}">
      <dgm:prSet/>
      <dgm:spPr/>
      <dgm:t>
        <a:bodyPr/>
        <a:lstStyle/>
        <a:p>
          <a:endParaRPr lang="en-US"/>
        </a:p>
      </dgm:t>
    </dgm:pt>
    <dgm:pt modelId="{2D474894-4956-1D46-BC4E-D45B4EFFC37A}">
      <dgm:prSet/>
      <dgm:spPr>
        <a:solidFill>
          <a:schemeClr val="accent5"/>
        </a:solidFill>
      </dgm:spPr>
      <dgm:t>
        <a:bodyPr/>
        <a:lstStyle/>
        <a:p>
          <a:r>
            <a:rPr lang="en-US" dirty="0"/>
            <a:t>Dataset B</a:t>
          </a:r>
        </a:p>
      </dgm:t>
    </dgm:pt>
    <dgm:pt modelId="{34D20B92-F5D3-C14D-B569-51AA910FAE0F}" type="parTrans" cxnId="{FC634289-384E-784D-9E76-619ACF416304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US"/>
        </a:p>
      </dgm:t>
    </dgm:pt>
    <dgm:pt modelId="{131AB95E-5B80-7146-9B92-130598384AC8}" type="sibTrans" cxnId="{FC634289-384E-784D-9E76-619ACF416304}">
      <dgm:prSet/>
      <dgm:spPr/>
      <dgm:t>
        <a:bodyPr/>
        <a:lstStyle/>
        <a:p>
          <a:endParaRPr lang="en-US"/>
        </a:p>
      </dgm:t>
    </dgm:pt>
    <dgm:pt modelId="{B9B1DFDE-F929-AA41-BFA7-525C47A12C83}">
      <dgm:prSet/>
      <dgm:spPr>
        <a:solidFill>
          <a:schemeClr val="accent5"/>
        </a:solidFill>
      </dgm:spPr>
      <dgm:t>
        <a:bodyPr/>
        <a:lstStyle/>
        <a:p>
          <a:r>
            <a:rPr lang="en-US" dirty="0"/>
            <a:t>Dataset C</a:t>
          </a:r>
        </a:p>
      </dgm:t>
    </dgm:pt>
    <dgm:pt modelId="{4836E969-5AAB-F146-8BAC-BD6A314E110B}" type="parTrans" cxnId="{9808D309-EB35-2841-A564-BFA53E8585A8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US"/>
        </a:p>
      </dgm:t>
    </dgm:pt>
    <dgm:pt modelId="{88DECD50-8EDA-9844-A468-343E7467E961}" type="sibTrans" cxnId="{9808D309-EB35-2841-A564-BFA53E8585A8}">
      <dgm:prSet/>
      <dgm:spPr/>
      <dgm:t>
        <a:bodyPr/>
        <a:lstStyle/>
        <a:p>
          <a:endParaRPr lang="en-US"/>
        </a:p>
      </dgm:t>
    </dgm:pt>
    <dgm:pt modelId="{6428046C-9353-3249-9346-C637B5F984F8}">
      <dgm:prSet/>
      <dgm:spPr>
        <a:solidFill>
          <a:schemeClr val="accent5"/>
        </a:solidFill>
      </dgm:spPr>
      <dgm:t>
        <a:bodyPr/>
        <a:lstStyle/>
        <a:p>
          <a:r>
            <a:rPr lang="en-US" dirty="0"/>
            <a:t>Dataset D</a:t>
          </a:r>
        </a:p>
      </dgm:t>
    </dgm:pt>
    <dgm:pt modelId="{7BBCB55C-59C4-CF4C-BB90-633BDF23508A}" type="parTrans" cxnId="{EB14DE73-8044-C444-8AA5-8B66DDF60DD2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US"/>
        </a:p>
      </dgm:t>
    </dgm:pt>
    <dgm:pt modelId="{8D5352FE-9403-1E42-BDFA-82465CC569D5}" type="sibTrans" cxnId="{EB14DE73-8044-C444-8AA5-8B66DDF60DD2}">
      <dgm:prSet/>
      <dgm:spPr/>
      <dgm:t>
        <a:bodyPr/>
        <a:lstStyle/>
        <a:p>
          <a:endParaRPr lang="en-US"/>
        </a:p>
      </dgm:t>
    </dgm:pt>
    <dgm:pt modelId="{A40883CA-E8D1-914B-B1E5-CE30443B54A1}">
      <dgm:prSet/>
      <dgm:spPr>
        <a:solidFill>
          <a:schemeClr val="accent5"/>
        </a:solidFill>
      </dgm:spPr>
      <dgm:t>
        <a:bodyPr/>
        <a:lstStyle/>
        <a:p>
          <a:r>
            <a:rPr lang="en-US" dirty="0"/>
            <a:t>Dataset E</a:t>
          </a:r>
        </a:p>
      </dgm:t>
    </dgm:pt>
    <dgm:pt modelId="{B1E89A0D-2D48-C548-9634-527F5FBEE132}" type="parTrans" cxnId="{24097D55-6BE3-134B-B9BC-941A800A64A3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US"/>
        </a:p>
      </dgm:t>
    </dgm:pt>
    <dgm:pt modelId="{9B452A85-01E3-A445-9E78-FC0FB35B0F97}" type="sibTrans" cxnId="{24097D55-6BE3-134B-B9BC-941A800A64A3}">
      <dgm:prSet/>
      <dgm:spPr/>
      <dgm:t>
        <a:bodyPr/>
        <a:lstStyle/>
        <a:p>
          <a:endParaRPr lang="en-US"/>
        </a:p>
      </dgm:t>
    </dgm:pt>
    <dgm:pt modelId="{D7FCAC2A-DC6B-C34C-B8E0-5670A50F57A9}">
      <dgm:prSet/>
      <dgm:spPr>
        <a:solidFill>
          <a:schemeClr val="accent5"/>
        </a:solidFill>
      </dgm:spPr>
      <dgm:t>
        <a:bodyPr/>
        <a:lstStyle/>
        <a:p>
          <a:r>
            <a:rPr lang="en-US" dirty="0"/>
            <a:t>Dataset F</a:t>
          </a:r>
        </a:p>
      </dgm:t>
    </dgm:pt>
    <dgm:pt modelId="{455570FD-5B63-4048-85CA-09F096C167ED}" type="parTrans" cxnId="{4DC8F3EB-87DA-C94D-8B6C-9EFE577E4D71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US"/>
        </a:p>
      </dgm:t>
    </dgm:pt>
    <dgm:pt modelId="{3A626BE6-3130-B44C-A54B-9060F4B6C166}" type="sibTrans" cxnId="{4DC8F3EB-87DA-C94D-8B6C-9EFE577E4D71}">
      <dgm:prSet/>
      <dgm:spPr/>
      <dgm:t>
        <a:bodyPr/>
        <a:lstStyle/>
        <a:p>
          <a:endParaRPr lang="en-US"/>
        </a:p>
      </dgm:t>
    </dgm:pt>
    <dgm:pt modelId="{797D0808-AE7A-8940-9C79-3B13C915EDC5}" type="pres">
      <dgm:prSet presAssocID="{C28EFFD2-6C03-034D-8B26-361FD567E1E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BAA29F7-3503-CB42-B98F-2E7770FEE38C}" type="pres">
      <dgm:prSet presAssocID="{C28EFFD2-6C03-034D-8B26-361FD567E1EB}" presName="hierFlow" presStyleCnt="0"/>
      <dgm:spPr/>
    </dgm:pt>
    <dgm:pt modelId="{3F56FA31-513F-8E47-8B7F-7F062D64A1A0}" type="pres">
      <dgm:prSet presAssocID="{C28EFFD2-6C03-034D-8B26-361FD567E1EB}" presName="firstBuf" presStyleCnt="0"/>
      <dgm:spPr/>
    </dgm:pt>
    <dgm:pt modelId="{4CD564C5-DD5B-E640-86ED-9AEB55083840}" type="pres">
      <dgm:prSet presAssocID="{C28EFFD2-6C03-034D-8B26-361FD567E1E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BFC10D34-4BFA-FF47-97D6-DDF6C3DEDBDE}" type="pres">
      <dgm:prSet presAssocID="{2880F508-CF97-4C46-ADED-537636CEE780}" presName="Name14" presStyleCnt="0"/>
      <dgm:spPr/>
    </dgm:pt>
    <dgm:pt modelId="{74A0D09A-AE7B-A947-87D8-BCFA7A093962}" type="pres">
      <dgm:prSet presAssocID="{2880F508-CF97-4C46-ADED-537636CEE780}" presName="level1Shape" presStyleLbl="node0" presStyleIdx="0" presStyleCnt="1" custScaleX="247417">
        <dgm:presLayoutVars>
          <dgm:chPref val="3"/>
        </dgm:presLayoutVars>
      </dgm:prSet>
      <dgm:spPr/>
    </dgm:pt>
    <dgm:pt modelId="{92987FC7-C31D-3646-9449-48F0ED24A5F9}" type="pres">
      <dgm:prSet presAssocID="{2880F508-CF97-4C46-ADED-537636CEE780}" presName="hierChild2" presStyleCnt="0"/>
      <dgm:spPr/>
    </dgm:pt>
    <dgm:pt modelId="{848E5F57-3549-4E48-9BF7-D7192A242FC0}" type="pres">
      <dgm:prSet presAssocID="{BA9191AE-3C9E-DE41-A553-02BDAE97B2AA}" presName="Name19" presStyleLbl="parChTrans1D2" presStyleIdx="0" presStyleCnt="2"/>
      <dgm:spPr/>
    </dgm:pt>
    <dgm:pt modelId="{35F1C553-8265-5444-8EF9-FC178F8114E0}" type="pres">
      <dgm:prSet presAssocID="{C679204C-6439-564D-A3E9-C755B18CAAAC}" presName="Name21" presStyleCnt="0"/>
      <dgm:spPr/>
    </dgm:pt>
    <dgm:pt modelId="{9C15C876-BE5D-8F48-8364-7540B7EA3277}" type="pres">
      <dgm:prSet presAssocID="{C679204C-6439-564D-A3E9-C755B18CAAAC}" presName="level2Shape" presStyleLbl="node2" presStyleIdx="0" presStyleCnt="2" custScaleX="258394"/>
      <dgm:spPr/>
    </dgm:pt>
    <dgm:pt modelId="{EB150278-55C7-A04C-B8A2-F8D17651274C}" type="pres">
      <dgm:prSet presAssocID="{C679204C-6439-564D-A3E9-C755B18CAAAC}" presName="hierChild3" presStyleCnt="0"/>
      <dgm:spPr/>
    </dgm:pt>
    <dgm:pt modelId="{8681C9DB-0C42-0842-8343-896A310F3AA8}" type="pres">
      <dgm:prSet presAssocID="{D4D6E89D-A37D-B649-8D9E-56DADE73A438}" presName="Name19" presStyleLbl="parChTrans1D3" presStyleIdx="0" presStyleCnt="4"/>
      <dgm:spPr/>
    </dgm:pt>
    <dgm:pt modelId="{8104B775-5EF5-3F47-A230-AF9925DA4E83}" type="pres">
      <dgm:prSet presAssocID="{2155C153-4EF7-0A42-99A8-6B0DD2EF4380}" presName="Name21" presStyleCnt="0"/>
      <dgm:spPr/>
    </dgm:pt>
    <dgm:pt modelId="{790FEF0C-27AB-9A43-B603-128FBFA09DC8}" type="pres">
      <dgm:prSet presAssocID="{2155C153-4EF7-0A42-99A8-6B0DD2EF4380}" presName="level2Shape" presStyleLbl="node3" presStyleIdx="0" presStyleCnt="4"/>
      <dgm:spPr/>
    </dgm:pt>
    <dgm:pt modelId="{E3814B6B-0D50-2141-8086-9BC59B60214D}" type="pres">
      <dgm:prSet presAssocID="{2155C153-4EF7-0A42-99A8-6B0DD2EF4380}" presName="hierChild3" presStyleCnt="0"/>
      <dgm:spPr/>
    </dgm:pt>
    <dgm:pt modelId="{E7E688CA-B0BA-6347-AE5A-2C45B1F8037B}" type="pres">
      <dgm:prSet presAssocID="{F5C14A69-56D8-DC4A-A929-8A163C35A708}" presName="Name19" presStyleLbl="parChTrans1D4" presStyleIdx="0" presStyleCnt="12"/>
      <dgm:spPr/>
    </dgm:pt>
    <dgm:pt modelId="{89AE59B6-9580-9D47-9099-4D2ABAE9AEEC}" type="pres">
      <dgm:prSet presAssocID="{EC33624F-9536-1E4B-AD98-42717A66DA28}" presName="Name21" presStyleCnt="0"/>
      <dgm:spPr/>
    </dgm:pt>
    <dgm:pt modelId="{6CB931D1-960A-8845-A9B6-417DE61F8999}" type="pres">
      <dgm:prSet presAssocID="{EC33624F-9536-1E4B-AD98-42717A66DA28}" presName="level2Shape" presStyleLbl="node4" presStyleIdx="0" presStyleCnt="12"/>
      <dgm:spPr/>
    </dgm:pt>
    <dgm:pt modelId="{749A7501-7C7B-F94C-BFF4-D997370CE7EF}" type="pres">
      <dgm:prSet presAssocID="{EC33624F-9536-1E4B-AD98-42717A66DA28}" presName="hierChild3" presStyleCnt="0"/>
      <dgm:spPr/>
    </dgm:pt>
    <dgm:pt modelId="{AC7175C3-40C6-7C49-9286-7BC714C0BE33}" type="pres">
      <dgm:prSet presAssocID="{4704B685-F79B-7748-B6F9-218F57DBFC2A}" presName="Name19" presStyleLbl="parChTrans1D4" presStyleIdx="1" presStyleCnt="12"/>
      <dgm:spPr/>
    </dgm:pt>
    <dgm:pt modelId="{77C6437D-DEBA-4841-A52A-7B6B2993B85B}" type="pres">
      <dgm:prSet presAssocID="{94A76FD3-B878-984C-B1A0-CD7D964B8816}" presName="Name21" presStyleCnt="0"/>
      <dgm:spPr/>
    </dgm:pt>
    <dgm:pt modelId="{AA1CC3EF-3CEA-6C4A-A41E-E7FA0299CA26}" type="pres">
      <dgm:prSet presAssocID="{94A76FD3-B878-984C-B1A0-CD7D964B8816}" presName="level2Shape" presStyleLbl="node4" presStyleIdx="1" presStyleCnt="12"/>
      <dgm:spPr/>
    </dgm:pt>
    <dgm:pt modelId="{47BCDFC6-64B4-D04A-9865-A870547A4C93}" type="pres">
      <dgm:prSet presAssocID="{94A76FD3-B878-984C-B1A0-CD7D964B8816}" presName="hierChild3" presStyleCnt="0"/>
      <dgm:spPr/>
    </dgm:pt>
    <dgm:pt modelId="{65B2F8F6-0DD9-5A45-903F-B69BF4B60F2A}" type="pres">
      <dgm:prSet presAssocID="{A06DA9A6-4F40-9346-8A54-64734373E0F1}" presName="Name19" presStyleLbl="parChTrans1D3" presStyleIdx="1" presStyleCnt="4"/>
      <dgm:spPr/>
    </dgm:pt>
    <dgm:pt modelId="{D7240BAB-BA36-3E4F-BF88-9B5EA190D2E3}" type="pres">
      <dgm:prSet presAssocID="{3EE3DA63-381A-7648-9733-7B59F202A5F7}" presName="Name21" presStyleCnt="0"/>
      <dgm:spPr/>
    </dgm:pt>
    <dgm:pt modelId="{8B36F25B-C5F7-9546-B7F9-5B517B9B3482}" type="pres">
      <dgm:prSet presAssocID="{3EE3DA63-381A-7648-9733-7B59F202A5F7}" presName="level2Shape" presStyleLbl="node3" presStyleIdx="1" presStyleCnt="4"/>
      <dgm:spPr/>
    </dgm:pt>
    <dgm:pt modelId="{F4986A96-0020-114E-A787-50F3499B959A}" type="pres">
      <dgm:prSet presAssocID="{3EE3DA63-381A-7648-9733-7B59F202A5F7}" presName="hierChild3" presStyleCnt="0"/>
      <dgm:spPr/>
    </dgm:pt>
    <dgm:pt modelId="{66AF5F28-DD5D-8C46-A7B6-566FC9010140}" type="pres">
      <dgm:prSet presAssocID="{CCD9B762-665F-D047-A582-E9D745B6E041}" presName="Name19" presStyleLbl="parChTrans1D4" presStyleIdx="2" presStyleCnt="12"/>
      <dgm:spPr/>
    </dgm:pt>
    <dgm:pt modelId="{BCDBBCD1-D2BA-8F45-8F99-4C15B336FE61}" type="pres">
      <dgm:prSet presAssocID="{D898A35A-CA2F-2545-9363-68A3469EEB79}" presName="Name21" presStyleCnt="0"/>
      <dgm:spPr/>
    </dgm:pt>
    <dgm:pt modelId="{7F6E74F9-8714-8C47-997B-DAE60AC8AA6B}" type="pres">
      <dgm:prSet presAssocID="{D898A35A-CA2F-2545-9363-68A3469EEB79}" presName="level2Shape" presStyleLbl="node4" presStyleIdx="2" presStyleCnt="12"/>
      <dgm:spPr/>
    </dgm:pt>
    <dgm:pt modelId="{D5FAC5AF-8257-B440-BD30-D1EC5516D41B}" type="pres">
      <dgm:prSet presAssocID="{D898A35A-CA2F-2545-9363-68A3469EEB79}" presName="hierChild3" presStyleCnt="0"/>
      <dgm:spPr/>
    </dgm:pt>
    <dgm:pt modelId="{F09FBD9E-A720-CD4F-A239-C31A163420D3}" type="pres">
      <dgm:prSet presAssocID="{34D20B92-F5D3-C14D-B569-51AA910FAE0F}" presName="Name19" presStyleLbl="parChTrans1D4" presStyleIdx="3" presStyleCnt="12"/>
      <dgm:spPr/>
    </dgm:pt>
    <dgm:pt modelId="{18295D46-D6FC-434F-8304-1BE76B770686}" type="pres">
      <dgm:prSet presAssocID="{2D474894-4956-1D46-BC4E-D45B4EFFC37A}" presName="Name21" presStyleCnt="0"/>
      <dgm:spPr/>
    </dgm:pt>
    <dgm:pt modelId="{6F1C50DD-288A-AB45-81FC-4A0037131875}" type="pres">
      <dgm:prSet presAssocID="{2D474894-4956-1D46-BC4E-D45B4EFFC37A}" presName="level2Shape" presStyleLbl="node4" presStyleIdx="3" presStyleCnt="12"/>
      <dgm:spPr/>
    </dgm:pt>
    <dgm:pt modelId="{A0048FD2-9F5E-3C4A-B1AB-0CE1AD018767}" type="pres">
      <dgm:prSet presAssocID="{2D474894-4956-1D46-BC4E-D45B4EFFC37A}" presName="hierChild3" presStyleCnt="0"/>
      <dgm:spPr/>
    </dgm:pt>
    <dgm:pt modelId="{3809BE24-A202-944D-A8A6-50BA960F036B}" type="pres">
      <dgm:prSet presAssocID="{1AFB6A38-2332-B44F-9E7B-BDE5CB4F8C13}" presName="Name19" presStyleLbl="parChTrans1D4" presStyleIdx="4" presStyleCnt="12"/>
      <dgm:spPr/>
    </dgm:pt>
    <dgm:pt modelId="{2F230704-37F8-704B-A0D6-658A6F844061}" type="pres">
      <dgm:prSet presAssocID="{EA8706F8-257D-FC41-8441-C845975DF363}" presName="Name21" presStyleCnt="0"/>
      <dgm:spPr/>
    </dgm:pt>
    <dgm:pt modelId="{C9BC08CC-4B0B-1247-9F93-B0CED89FD641}" type="pres">
      <dgm:prSet presAssocID="{EA8706F8-257D-FC41-8441-C845975DF363}" presName="level2Shape" presStyleLbl="node4" presStyleIdx="4" presStyleCnt="12"/>
      <dgm:spPr/>
    </dgm:pt>
    <dgm:pt modelId="{1FAF5AF3-06D8-9041-87E6-A49565478EFC}" type="pres">
      <dgm:prSet presAssocID="{EA8706F8-257D-FC41-8441-C845975DF363}" presName="hierChild3" presStyleCnt="0"/>
      <dgm:spPr/>
    </dgm:pt>
    <dgm:pt modelId="{F74FBE11-A6B4-B149-8E7F-D09DDEEC7694}" type="pres">
      <dgm:prSet presAssocID="{4836E969-5AAB-F146-8BAC-BD6A314E110B}" presName="Name19" presStyleLbl="parChTrans1D4" presStyleIdx="5" presStyleCnt="12"/>
      <dgm:spPr/>
    </dgm:pt>
    <dgm:pt modelId="{ED62A953-F881-8F45-8F1C-5BE658AF9000}" type="pres">
      <dgm:prSet presAssocID="{B9B1DFDE-F929-AA41-BFA7-525C47A12C83}" presName="Name21" presStyleCnt="0"/>
      <dgm:spPr/>
    </dgm:pt>
    <dgm:pt modelId="{5A941406-84C7-3E4B-9791-216F62F8BFEB}" type="pres">
      <dgm:prSet presAssocID="{B9B1DFDE-F929-AA41-BFA7-525C47A12C83}" presName="level2Shape" presStyleLbl="node4" presStyleIdx="5" presStyleCnt="12"/>
      <dgm:spPr/>
    </dgm:pt>
    <dgm:pt modelId="{A9A6EF56-60A7-6A43-840A-D5E6CF1DC9BF}" type="pres">
      <dgm:prSet presAssocID="{B9B1DFDE-F929-AA41-BFA7-525C47A12C83}" presName="hierChild3" presStyleCnt="0"/>
      <dgm:spPr/>
    </dgm:pt>
    <dgm:pt modelId="{CBD7DE1D-8D05-934B-929D-D26542C04AF3}" type="pres">
      <dgm:prSet presAssocID="{25461895-5CDC-5C49-93FE-C8B1CF41CD73}" presName="Name19" presStyleLbl="parChTrans1D2" presStyleIdx="1" presStyleCnt="2"/>
      <dgm:spPr/>
    </dgm:pt>
    <dgm:pt modelId="{87B7AE99-5B02-3345-BFE6-D22674D35BBE}" type="pres">
      <dgm:prSet presAssocID="{2DCB1AAB-8C82-3747-A41A-BCABE1BF6B0F}" presName="Name21" presStyleCnt="0"/>
      <dgm:spPr/>
    </dgm:pt>
    <dgm:pt modelId="{EA58B8A4-6442-A741-A29B-A261CF8294A6}" type="pres">
      <dgm:prSet presAssocID="{2DCB1AAB-8C82-3747-A41A-BCABE1BF6B0F}" presName="level2Shape" presStyleLbl="node2" presStyleIdx="1" presStyleCnt="2" custScaleX="286149"/>
      <dgm:spPr/>
    </dgm:pt>
    <dgm:pt modelId="{A396E360-EB69-E548-A962-61C42A7B1BDB}" type="pres">
      <dgm:prSet presAssocID="{2DCB1AAB-8C82-3747-A41A-BCABE1BF6B0F}" presName="hierChild3" presStyleCnt="0"/>
      <dgm:spPr/>
    </dgm:pt>
    <dgm:pt modelId="{CBE016BA-6CFD-F346-A970-F85A0DE8228E}" type="pres">
      <dgm:prSet presAssocID="{F0C2A2A6-BFE6-5E42-9030-8196DF2E9A61}" presName="Name19" presStyleLbl="parChTrans1D3" presStyleIdx="2" presStyleCnt="4"/>
      <dgm:spPr/>
    </dgm:pt>
    <dgm:pt modelId="{E7B908DB-0C28-FD4D-B63C-AB25AAD6F026}" type="pres">
      <dgm:prSet presAssocID="{C11094E1-D2BA-744F-92C0-E9E15D40069F}" presName="Name21" presStyleCnt="0"/>
      <dgm:spPr/>
    </dgm:pt>
    <dgm:pt modelId="{1612BE6D-A214-8447-AD88-561563634CCE}" type="pres">
      <dgm:prSet presAssocID="{C11094E1-D2BA-744F-92C0-E9E15D40069F}" presName="level2Shape" presStyleLbl="node3" presStyleIdx="2" presStyleCnt="4"/>
      <dgm:spPr/>
    </dgm:pt>
    <dgm:pt modelId="{2C54667A-AA51-4841-8A79-F28D8775CB3E}" type="pres">
      <dgm:prSet presAssocID="{C11094E1-D2BA-744F-92C0-E9E15D40069F}" presName="hierChild3" presStyleCnt="0"/>
      <dgm:spPr/>
    </dgm:pt>
    <dgm:pt modelId="{A089F4F0-B0E0-894A-8802-599CEDE8BD77}" type="pres">
      <dgm:prSet presAssocID="{C9934BFE-AFBA-E942-A866-37A054D72396}" presName="Name19" presStyleLbl="parChTrans1D4" presStyleIdx="6" presStyleCnt="12"/>
      <dgm:spPr/>
    </dgm:pt>
    <dgm:pt modelId="{279EB6DB-0537-5F40-ACF0-478EE6A58DED}" type="pres">
      <dgm:prSet presAssocID="{F1409DC7-8C00-4249-8FF5-F02F2440AC61}" presName="Name21" presStyleCnt="0"/>
      <dgm:spPr/>
    </dgm:pt>
    <dgm:pt modelId="{40B93D97-A4AA-B442-8261-77A8E9305376}" type="pres">
      <dgm:prSet presAssocID="{F1409DC7-8C00-4249-8FF5-F02F2440AC61}" presName="level2Shape" presStyleLbl="node4" presStyleIdx="6" presStyleCnt="12"/>
      <dgm:spPr/>
    </dgm:pt>
    <dgm:pt modelId="{4106FD75-0842-0C45-88E8-8CBA2ECA0D1C}" type="pres">
      <dgm:prSet presAssocID="{F1409DC7-8C00-4249-8FF5-F02F2440AC61}" presName="hierChild3" presStyleCnt="0"/>
      <dgm:spPr/>
    </dgm:pt>
    <dgm:pt modelId="{FBBB18F4-EF61-4644-9A52-2A5F81413501}" type="pres">
      <dgm:prSet presAssocID="{7BBCB55C-59C4-CF4C-BB90-633BDF23508A}" presName="Name19" presStyleLbl="parChTrans1D4" presStyleIdx="7" presStyleCnt="12"/>
      <dgm:spPr/>
    </dgm:pt>
    <dgm:pt modelId="{63B217E1-5DF3-C548-89E5-5C971BBC67C4}" type="pres">
      <dgm:prSet presAssocID="{6428046C-9353-3249-9346-C637B5F984F8}" presName="Name21" presStyleCnt="0"/>
      <dgm:spPr/>
    </dgm:pt>
    <dgm:pt modelId="{B401FB86-DF6A-A047-BCBC-5A55822B4EF6}" type="pres">
      <dgm:prSet presAssocID="{6428046C-9353-3249-9346-C637B5F984F8}" presName="level2Shape" presStyleLbl="node4" presStyleIdx="7" presStyleCnt="12"/>
      <dgm:spPr/>
    </dgm:pt>
    <dgm:pt modelId="{F7F92203-0472-B746-A00F-5F378B98365D}" type="pres">
      <dgm:prSet presAssocID="{6428046C-9353-3249-9346-C637B5F984F8}" presName="hierChild3" presStyleCnt="0"/>
      <dgm:spPr/>
    </dgm:pt>
    <dgm:pt modelId="{FC3B64D0-D65B-B84A-BC8D-1A5A9A8CAF9B}" type="pres">
      <dgm:prSet presAssocID="{462A938F-2A85-F84E-8BAD-16A88E0A8D4F}" presName="Name19" presStyleLbl="parChTrans1D4" presStyleIdx="8" presStyleCnt="12"/>
      <dgm:spPr/>
    </dgm:pt>
    <dgm:pt modelId="{EC49CCF4-3575-7A46-9096-7CAB439BC376}" type="pres">
      <dgm:prSet presAssocID="{719C4FA5-759F-634E-B149-D4A0223A8F76}" presName="Name21" presStyleCnt="0"/>
      <dgm:spPr/>
    </dgm:pt>
    <dgm:pt modelId="{B404AE65-3957-5A44-8F65-FFC19B07C367}" type="pres">
      <dgm:prSet presAssocID="{719C4FA5-759F-634E-B149-D4A0223A8F76}" presName="level2Shape" presStyleLbl="node4" presStyleIdx="8" presStyleCnt="12"/>
      <dgm:spPr/>
    </dgm:pt>
    <dgm:pt modelId="{5800FF22-F295-2743-B6CF-FAE8BA253A4E}" type="pres">
      <dgm:prSet presAssocID="{719C4FA5-759F-634E-B149-D4A0223A8F76}" presName="hierChild3" presStyleCnt="0"/>
      <dgm:spPr/>
    </dgm:pt>
    <dgm:pt modelId="{249C977D-1D4E-0F4E-B739-9FFB733129CA}" type="pres">
      <dgm:prSet presAssocID="{B1E89A0D-2D48-C548-9634-527F5FBEE132}" presName="Name19" presStyleLbl="parChTrans1D4" presStyleIdx="9" presStyleCnt="12"/>
      <dgm:spPr/>
    </dgm:pt>
    <dgm:pt modelId="{874D96A0-FD12-6343-A9BA-A38F0D564ED9}" type="pres">
      <dgm:prSet presAssocID="{A40883CA-E8D1-914B-B1E5-CE30443B54A1}" presName="Name21" presStyleCnt="0"/>
      <dgm:spPr/>
    </dgm:pt>
    <dgm:pt modelId="{CE29ECEC-4CBA-EF4E-8795-42AA16BFE980}" type="pres">
      <dgm:prSet presAssocID="{A40883CA-E8D1-914B-B1E5-CE30443B54A1}" presName="level2Shape" presStyleLbl="node4" presStyleIdx="9" presStyleCnt="12"/>
      <dgm:spPr/>
    </dgm:pt>
    <dgm:pt modelId="{65A034E0-8E7D-1140-BCE2-AB9EC93BC814}" type="pres">
      <dgm:prSet presAssocID="{A40883CA-E8D1-914B-B1E5-CE30443B54A1}" presName="hierChild3" presStyleCnt="0"/>
      <dgm:spPr/>
    </dgm:pt>
    <dgm:pt modelId="{F4B9F306-F5A8-C548-A465-5C45A09ABADA}" type="pres">
      <dgm:prSet presAssocID="{932AABB1-0CA7-5A45-9023-BD67E67EA3C0}" presName="Name19" presStyleLbl="parChTrans1D3" presStyleIdx="3" presStyleCnt="4"/>
      <dgm:spPr/>
    </dgm:pt>
    <dgm:pt modelId="{9FC06C6B-A98E-E74D-8BD1-E0F3F5871F5C}" type="pres">
      <dgm:prSet presAssocID="{69D7DB30-9F03-8447-A623-83C649506148}" presName="Name21" presStyleCnt="0"/>
      <dgm:spPr/>
    </dgm:pt>
    <dgm:pt modelId="{3FB45151-BC35-934D-A443-50FF33624F17}" type="pres">
      <dgm:prSet presAssocID="{69D7DB30-9F03-8447-A623-83C649506148}" presName="level2Shape" presStyleLbl="node3" presStyleIdx="3" presStyleCnt="4"/>
      <dgm:spPr/>
    </dgm:pt>
    <dgm:pt modelId="{D4E88E76-1A64-8C43-B84F-19D6BFF8843D}" type="pres">
      <dgm:prSet presAssocID="{69D7DB30-9F03-8447-A623-83C649506148}" presName="hierChild3" presStyleCnt="0"/>
      <dgm:spPr/>
    </dgm:pt>
    <dgm:pt modelId="{81117A2E-163C-2E49-B2A9-4CD38F0A1D70}" type="pres">
      <dgm:prSet presAssocID="{BF35C86B-AF7A-9942-B638-9CB429214B06}" presName="Name19" presStyleLbl="parChTrans1D4" presStyleIdx="10" presStyleCnt="12"/>
      <dgm:spPr/>
    </dgm:pt>
    <dgm:pt modelId="{B23CE4F2-B9D8-2047-B593-FAE6F2EEE18D}" type="pres">
      <dgm:prSet presAssocID="{05ECE81F-627C-D04B-AB0A-D92EFB88F51E}" presName="Name21" presStyleCnt="0"/>
      <dgm:spPr/>
    </dgm:pt>
    <dgm:pt modelId="{46EB3B03-69DE-704B-9F2B-16113641C9C1}" type="pres">
      <dgm:prSet presAssocID="{05ECE81F-627C-D04B-AB0A-D92EFB88F51E}" presName="level2Shape" presStyleLbl="node4" presStyleIdx="10" presStyleCnt="12"/>
      <dgm:spPr/>
    </dgm:pt>
    <dgm:pt modelId="{39D893FD-0D62-0B43-BAFE-A8941F86C8CE}" type="pres">
      <dgm:prSet presAssocID="{05ECE81F-627C-D04B-AB0A-D92EFB88F51E}" presName="hierChild3" presStyleCnt="0"/>
      <dgm:spPr/>
    </dgm:pt>
    <dgm:pt modelId="{240BD3EC-2517-7F4D-BA97-32EDD0D994E8}" type="pres">
      <dgm:prSet presAssocID="{455570FD-5B63-4048-85CA-09F096C167ED}" presName="Name19" presStyleLbl="parChTrans1D4" presStyleIdx="11" presStyleCnt="12"/>
      <dgm:spPr/>
    </dgm:pt>
    <dgm:pt modelId="{C2E20A79-C109-7B4C-AC05-1005E0233B32}" type="pres">
      <dgm:prSet presAssocID="{D7FCAC2A-DC6B-C34C-B8E0-5670A50F57A9}" presName="Name21" presStyleCnt="0"/>
      <dgm:spPr/>
    </dgm:pt>
    <dgm:pt modelId="{2E5C41C7-B7AC-DD4D-9705-F775F78620D5}" type="pres">
      <dgm:prSet presAssocID="{D7FCAC2A-DC6B-C34C-B8E0-5670A50F57A9}" presName="level2Shape" presStyleLbl="node4" presStyleIdx="11" presStyleCnt="12"/>
      <dgm:spPr/>
    </dgm:pt>
    <dgm:pt modelId="{A14900B6-4183-9C45-8A60-1B70068AE54A}" type="pres">
      <dgm:prSet presAssocID="{D7FCAC2A-DC6B-C34C-B8E0-5670A50F57A9}" presName="hierChild3" presStyleCnt="0"/>
      <dgm:spPr/>
    </dgm:pt>
    <dgm:pt modelId="{5E4C9636-7285-7B4F-879B-1350636DA215}" type="pres">
      <dgm:prSet presAssocID="{C28EFFD2-6C03-034D-8B26-361FD567E1EB}" presName="bgShapesFlow" presStyleCnt="0"/>
      <dgm:spPr/>
    </dgm:pt>
    <dgm:pt modelId="{B6E7CC73-A826-4D4D-8E94-A5BB03D6F7B5}" type="pres">
      <dgm:prSet presAssocID="{6890E4C1-A88B-B04F-8BB1-089846DAD923}" presName="rectComp" presStyleCnt="0"/>
      <dgm:spPr/>
    </dgm:pt>
    <dgm:pt modelId="{8BD55588-4678-5542-A4B4-C5269E8A4E33}" type="pres">
      <dgm:prSet presAssocID="{6890E4C1-A88B-B04F-8BB1-089846DAD923}" presName="bgRect" presStyleLbl="bgShp" presStyleIdx="0" presStyleCnt="5"/>
      <dgm:spPr/>
    </dgm:pt>
    <dgm:pt modelId="{D66CE501-91AA-DA4F-85F4-2DCFD851D4D9}" type="pres">
      <dgm:prSet presAssocID="{6890E4C1-A88B-B04F-8BB1-089846DAD923}" presName="bgRectTx" presStyleLbl="bgShp" presStyleIdx="0" presStyleCnt="5">
        <dgm:presLayoutVars>
          <dgm:bulletEnabled val="1"/>
        </dgm:presLayoutVars>
      </dgm:prSet>
      <dgm:spPr/>
    </dgm:pt>
    <dgm:pt modelId="{DB38CF35-A027-3F4E-9E43-160FD03D18F1}" type="pres">
      <dgm:prSet presAssocID="{6890E4C1-A88B-B04F-8BB1-089846DAD923}" presName="spComp" presStyleCnt="0"/>
      <dgm:spPr/>
    </dgm:pt>
    <dgm:pt modelId="{9E6B5B52-32BD-BB45-A252-663B32754233}" type="pres">
      <dgm:prSet presAssocID="{6890E4C1-A88B-B04F-8BB1-089846DAD923}" presName="vSp" presStyleCnt="0"/>
      <dgm:spPr/>
    </dgm:pt>
    <dgm:pt modelId="{A474F73D-96A3-4949-BDD4-F476D42F269A}" type="pres">
      <dgm:prSet presAssocID="{CDB85513-1075-1246-A01C-F0B325CB77CE}" presName="rectComp" presStyleCnt="0"/>
      <dgm:spPr/>
    </dgm:pt>
    <dgm:pt modelId="{01A8851F-7AB1-C44D-A69A-D4E59505F4BA}" type="pres">
      <dgm:prSet presAssocID="{CDB85513-1075-1246-A01C-F0B325CB77CE}" presName="bgRect" presStyleLbl="bgShp" presStyleIdx="1" presStyleCnt="5"/>
      <dgm:spPr/>
    </dgm:pt>
    <dgm:pt modelId="{6D0E4BB7-CEF9-3147-A38B-6C8A3BB460B7}" type="pres">
      <dgm:prSet presAssocID="{CDB85513-1075-1246-A01C-F0B325CB77CE}" presName="bgRectTx" presStyleLbl="bgShp" presStyleIdx="1" presStyleCnt="5">
        <dgm:presLayoutVars>
          <dgm:bulletEnabled val="1"/>
        </dgm:presLayoutVars>
      </dgm:prSet>
      <dgm:spPr/>
    </dgm:pt>
    <dgm:pt modelId="{A9FD3276-7D10-3F47-BADF-A5A61849EBD1}" type="pres">
      <dgm:prSet presAssocID="{CDB85513-1075-1246-A01C-F0B325CB77CE}" presName="spComp" presStyleCnt="0"/>
      <dgm:spPr/>
    </dgm:pt>
    <dgm:pt modelId="{C63B5FA0-C664-8C41-BE89-67F3926C7256}" type="pres">
      <dgm:prSet presAssocID="{CDB85513-1075-1246-A01C-F0B325CB77CE}" presName="vSp" presStyleCnt="0"/>
      <dgm:spPr/>
    </dgm:pt>
    <dgm:pt modelId="{75696124-E8BA-C04B-8E27-6C6CE277CF8B}" type="pres">
      <dgm:prSet presAssocID="{84C91242-E602-6847-903F-A3AA9D048661}" presName="rectComp" presStyleCnt="0"/>
      <dgm:spPr/>
    </dgm:pt>
    <dgm:pt modelId="{348091E3-23F9-7B46-91CE-C3FAF6AAB5B9}" type="pres">
      <dgm:prSet presAssocID="{84C91242-E602-6847-903F-A3AA9D048661}" presName="bgRect" presStyleLbl="bgShp" presStyleIdx="2" presStyleCnt="5"/>
      <dgm:spPr/>
    </dgm:pt>
    <dgm:pt modelId="{B780C0C3-F470-6D44-97D3-5BAF774FDC78}" type="pres">
      <dgm:prSet presAssocID="{84C91242-E602-6847-903F-A3AA9D048661}" presName="bgRectTx" presStyleLbl="bgShp" presStyleIdx="2" presStyleCnt="5">
        <dgm:presLayoutVars>
          <dgm:bulletEnabled val="1"/>
        </dgm:presLayoutVars>
      </dgm:prSet>
      <dgm:spPr/>
    </dgm:pt>
    <dgm:pt modelId="{AB30DF7E-CB07-4C43-80DF-FD983802E086}" type="pres">
      <dgm:prSet presAssocID="{84C91242-E602-6847-903F-A3AA9D048661}" presName="spComp" presStyleCnt="0"/>
      <dgm:spPr/>
    </dgm:pt>
    <dgm:pt modelId="{C5B8E8D4-E61A-3E46-ABFC-E8C3159AA246}" type="pres">
      <dgm:prSet presAssocID="{84C91242-E602-6847-903F-A3AA9D048661}" presName="vSp" presStyleCnt="0"/>
      <dgm:spPr/>
    </dgm:pt>
    <dgm:pt modelId="{31B804E5-1B41-4A4A-8BDE-64F79D217259}" type="pres">
      <dgm:prSet presAssocID="{BA021FF9-298C-CD44-A577-7D0E2EE64466}" presName="rectComp" presStyleCnt="0"/>
      <dgm:spPr/>
    </dgm:pt>
    <dgm:pt modelId="{E990D230-1044-1549-900F-250EDEF2C090}" type="pres">
      <dgm:prSet presAssocID="{BA021FF9-298C-CD44-A577-7D0E2EE64466}" presName="bgRect" presStyleLbl="bgShp" presStyleIdx="3" presStyleCnt="5"/>
      <dgm:spPr/>
    </dgm:pt>
    <dgm:pt modelId="{E128D92D-8AFF-FF42-BF32-F99D3999A167}" type="pres">
      <dgm:prSet presAssocID="{BA021FF9-298C-CD44-A577-7D0E2EE64466}" presName="bgRectTx" presStyleLbl="bgShp" presStyleIdx="3" presStyleCnt="5">
        <dgm:presLayoutVars>
          <dgm:bulletEnabled val="1"/>
        </dgm:presLayoutVars>
      </dgm:prSet>
      <dgm:spPr/>
    </dgm:pt>
    <dgm:pt modelId="{6D28F4AF-97A8-4741-B7DF-164727C83D22}" type="pres">
      <dgm:prSet presAssocID="{BA021FF9-298C-CD44-A577-7D0E2EE64466}" presName="spComp" presStyleCnt="0"/>
      <dgm:spPr/>
    </dgm:pt>
    <dgm:pt modelId="{342DDF75-D075-4A44-B251-AC554986E2A7}" type="pres">
      <dgm:prSet presAssocID="{BA021FF9-298C-CD44-A577-7D0E2EE64466}" presName="vSp" presStyleCnt="0"/>
      <dgm:spPr/>
    </dgm:pt>
    <dgm:pt modelId="{F4893191-9F08-6343-A7C2-74B9842CE8EE}" type="pres">
      <dgm:prSet presAssocID="{D373AFA7-1F8F-2F49-89C3-69D198039493}" presName="rectComp" presStyleCnt="0"/>
      <dgm:spPr/>
    </dgm:pt>
    <dgm:pt modelId="{0A2BE206-30D2-CD4F-9BC6-4D1F0431D022}" type="pres">
      <dgm:prSet presAssocID="{D373AFA7-1F8F-2F49-89C3-69D198039493}" presName="bgRect" presStyleLbl="bgShp" presStyleIdx="4" presStyleCnt="5"/>
      <dgm:spPr/>
    </dgm:pt>
    <dgm:pt modelId="{D20468CE-3CE8-EC46-A7DF-898013D39EFE}" type="pres">
      <dgm:prSet presAssocID="{D373AFA7-1F8F-2F49-89C3-69D198039493}" presName="bgRectTx" presStyleLbl="bgShp" presStyleIdx="4" presStyleCnt="5">
        <dgm:presLayoutVars>
          <dgm:bulletEnabled val="1"/>
        </dgm:presLayoutVars>
      </dgm:prSet>
      <dgm:spPr/>
    </dgm:pt>
  </dgm:ptLst>
  <dgm:cxnLst>
    <dgm:cxn modelId="{0699D003-A8E6-D843-8FC3-46BBA8E80D17}" type="presOf" srcId="{84C91242-E602-6847-903F-A3AA9D048661}" destId="{B780C0C3-F470-6D44-97D3-5BAF774FDC78}" srcOrd="1" destOrd="0" presId="urn:microsoft.com/office/officeart/2005/8/layout/hierarchy6"/>
    <dgm:cxn modelId="{2B3DE103-0B4D-C54C-8082-13A44E3945AC}" type="presOf" srcId="{BA9191AE-3C9E-DE41-A553-02BDAE97B2AA}" destId="{848E5F57-3549-4E48-9BF7-D7192A242FC0}" srcOrd="0" destOrd="0" presId="urn:microsoft.com/office/officeart/2005/8/layout/hierarchy6"/>
    <dgm:cxn modelId="{E2D44608-80F7-3C49-9402-410E88CB778E}" srcId="{2155C153-4EF7-0A42-99A8-6B0DD2EF4380}" destId="{EC33624F-9536-1E4B-AD98-42717A66DA28}" srcOrd="0" destOrd="0" parTransId="{F5C14A69-56D8-DC4A-A929-8A163C35A708}" sibTransId="{571AF374-5715-D94D-BE31-D2F5F48E15F4}"/>
    <dgm:cxn modelId="{DA15D108-BCA0-DD4E-A804-A5C4C315AD04}" type="presOf" srcId="{94A76FD3-B878-984C-B1A0-CD7D964B8816}" destId="{AA1CC3EF-3CEA-6C4A-A41E-E7FA0299CA26}" srcOrd="0" destOrd="0" presId="urn:microsoft.com/office/officeart/2005/8/layout/hierarchy6"/>
    <dgm:cxn modelId="{9808D309-EB35-2841-A564-BFA53E8585A8}" srcId="{EA8706F8-257D-FC41-8441-C845975DF363}" destId="{B9B1DFDE-F929-AA41-BFA7-525C47A12C83}" srcOrd="0" destOrd="0" parTransId="{4836E969-5AAB-F146-8BAC-BD6A314E110B}" sibTransId="{88DECD50-8EDA-9844-A468-343E7467E961}"/>
    <dgm:cxn modelId="{B4042F0D-F5CE-CF42-BE1E-9136CBBFF43B}" srcId="{C679204C-6439-564D-A3E9-C755B18CAAAC}" destId="{3EE3DA63-381A-7648-9733-7B59F202A5F7}" srcOrd="1" destOrd="0" parTransId="{A06DA9A6-4F40-9346-8A54-64734373E0F1}" sibTransId="{C7E8DDAB-BEC4-7948-B60F-4A903D3871F9}"/>
    <dgm:cxn modelId="{A6435313-5D09-EC4F-ABB3-DC1AC59EEE23}" type="presOf" srcId="{BA021FF9-298C-CD44-A577-7D0E2EE64466}" destId="{E990D230-1044-1549-900F-250EDEF2C090}" srcOrd="0" destOrd="0" presId="urn:microsoft.com/office/officeart/2005/8/layout/hierarchy6"/>
    <dgm:cxn modelId="{72DC0118-3EA7-0749-A855-E6C60A830DB0}" type="presOf" srcId="{F5C14A69-56D8-DC4A-A929-8A163C35A708}" destId="{E7E688CA-B0BA-6347-AE5A-2C45B1F8037B}" srcOrd="0" destOrd="0" presId="urn:microsoft.com/office/officeart/2005/8/layout/hierarchy6"/>
    <dgm:cxn modelId="{2104051A-D605-564C-8435-F90685A037B5}" type="presOf" srcId="{C679204C-6439-564D-A3E9-C755B18CAAAC}" destId="{9C15C876-BE5D-8F48-8364-7540B7EA3277}" srcOrd="0" destOrd="0" presId="urn:microsoft.com/office/officeart/2005/8/layout/hierarchy6"/>
    <dgm:cxn modelId="{E3B49C1A-E3EF-E648-B6B8-0FA1A52146F2}" type="presOf" srcId="{D4D6E89D-A37D-B649-8D9E-56DADE73A438}" destId="{8681C9DB-0C42-0842-8343-896A310F3AA8}" srcOrd="0" destOrd="0" presId="urn:microsoft.com/office/officeart/2005/8/layout/hierarchy6"/>
    <dgm:cxn modelId="{3D9AEF1F-9064-EB4F-8D0B-E182DC426362}" type="presOf" srcId="{A40883CA-E8D1-914B-B1E5-CE30443B54A1}" destId="{CE29ECEC-4CBA-EF4E-8795-42AA16BFE980}" srcOrd="0" destOrd="0" presId="urn:microsoft.com/office/officeart/2005/8/layout/hierarchy6"/>
    <dgm:cxn modelId="{9D6DE520-EAF8-8748-B83E-F3BE0F4A9E00}" srcId="{3EE3DA63-381A-7648-9733-7B59F202A5F7}" destId="{EA8706F8-257D-FC41-8441-C845975DF363}" srcOrd="1" destOrd="0" parTransId="{1AFB6A38-2332-B44F-9E7B-BDE5CB4F8C13}" sibTransId="{CBFB9828-B68B-3D47-8967-FC319F0FD3B2}"/>
    <dgm:cxn modelId="{5E60D12D-0CFC-7E49-8232-493186361999}" type="presOf" srcId="{F0C2A2A6-BFE6-5E42-9030-8196DF2E9A61}" destId="{CBE016BA-6CFD-F346-A970-F85A0DE8228E}" srcOrd="0" destOrd="0" presId="urn:microsoft.com/office/officeart/2005/8/layout/hierarchy6"/>
    <dgm:cxn modelId="{4F38502E-FB11-7847-8C2A-1562C602FCE4}" type="presOf" srcId="{4704B685-F79B-7748-B6F9-218F57DBFC2A}" destId="{AC7175C3-40C6-7C49-9286-7BC714C0BE33}" srcOrd="0" destOrd="0" presId="urn:microsoft.com/office/officeart/2005/8/layout/hierarchy6"/>
    <dgm:cxn modelId="{5C7C8832-B933-0C46-B359-52A1884B1A89}" type="presOf" srcId="{D373AFA7-1F8F-2F49-89C3-69D198039493}" destId="{0A2BE206-30D2-CD4F-9BC6-4D1F0431D022}" srcOrd="0" destOrd="0" presId="urn:microsoft.com/office/officeart/2005/8/layout/hierarchy6"/>
    <dgm:cxn modelId="{26785235-42D7-9645-8639-A85DC190F2FE}" type="presOf" srcId="{D898A35A-CA2F-2545-9363-68A3469EEB79}" destId="{7F6E74F9-8714-8C47-997B-DAE60AC8AA6B}" srcOrd="0" destOrd="0" presId="urn:microsoft.com/office/officeart/2005/8/layout/hierarchy6"/>
    <dgm:cxn modelId="{5D365E35-7F87-8F4F-90B9-13FE7DAAD28B}" srcId="{C28EFFD2-6C03-034D-8B26-361FD567E1EB}" destId="{BA021FF9-298C-CD44-A577-7D0E2EE64466}" srcOrd="4" destOrd="0" parTransId="{76AD4262-6D29-3947-88A5-A941E5F78E19}" sibTransId="{156D5509-E436-C44E-8225-EF169371DF55}"/>
    <dgm:cxn modelId="{7C856935-CF61-5F40-A747-E547FDD9262E}" type="presOf" srcId="{B9B1DFDE-F929-AA41-BFA7-525C47A12C83}" destId="{5A941406-84C7-3E4B-9791-216F62F8BFEB}" srcOrd="0" destOrd="0" presId="urn:microsoft.com/office/officeart/2005/8/layout/hierarchy6"/>
    <dgm:cxn modelId="{C431A537-7100-324C-B409-32E0FB95E3D1}" type="presOf" srcId="{6890E4C1-A88B-B04F-8BB1-089846DAD923}" destId="{8BD55588-4678-5542-A4B4-C5269E8A4E33}" srcOrd="0" destOrd="0" presId="urn:microsoft.com/office/officeart/2005/8/layout/hierarchy6"/>
    <dgm:cxn modelId="{80FB1138-6281-204B-A33F-D2CDD0881FC3}" type="presOf" srcId="{D7FCAC2A-DC6B-C34C-B8E0-5670A50F57A9}" destId="{2E5C41C7-B7AC-DD4D-9705-F775F78620D5}" srcOrd="0" destOrd="0" presId="urn:microsoft.com/office/officeart/2005/8/layout/hierarchy6"/>
    <dgm:cxn modelId="{EC62EC3C-E97C-AF40-A160-DBBB9B972D3C}" type="presOf" srcId="{25461895-5CDC-5C49-93FE-C8B1CF41CD73}" destId="{CBD7DE1D-8D05-934B-929D-D26542C04AF3}" srcOrd="0" destOrd="0" presId="urn:microsoft.com/office/officeart/2005/8/layout/hierarchy6"/>
    <dgm:cxn modelId="{322AD43D-D51C-A544-A28F-9CB690519565}" type="presOf" srcId="{D373AFA7-1F8F-2F49-89C3-69D198039493}" destId="{D20468CE-3CE8-EC46-A7DF-898013D39EFE}" srcOrd="1" destOrd="0" presId="urn:microsoft.com/office/officeart/2005/8/layout/hierarchy6"/>
    <dgm:cxn modelId="{5748103F-8352-FF49-80E6-3595FB6DC38B}" type="presOf" srcId="{455570FD-5B63-4048-85CA-09F096C167ED}" destId="{240BD3EC-2517-7F4D-BA97-32EDD0D994E8}" srcOrd="0" destOrd="0" presId="urn:microsoft.com/office/officeart/2005/8/layout/hierarchy6"/>
    <dgm:cxn modelId="{3537F641-0DD7-DB4E-907B-AF3C96B5F776}" type="presOf" srcId="{69D7DB30-9F03-8447-A623-83C649506148}" destId="{3FB45151-BC35-934D-A443-50FF33624F17}" srcOrd="0" destOrd="0" presId="urn:microsoft.com/office/officeart/2005/8/layout/hierarchy6"/>
    <dgm:cxn modelId="{AF7E5A42-5253-C54E-B4EC-DD2CA8D954BE}" type="presOf" srcId="{84C91242-E602-6847-903F-A3AA9D048661}" destId="{348091E3-23F9-7B46-91CE-C3FAF6AAB5B9}" srcOrd="0" destOrd="0" presId="urn:microsoft.com/office/officeart/2005/8/layout/hierarchy6"/>
    <dgm:cxn modelId="{B569ED45-DD4A-A146-BFD0-3AA3889D2091}" srcId="{2DCB1AAB-8C82-3747-A41A-BCABE1BF6B0F}" destId="{C11094E1-D2BA-744F-92C0-E9E15D40069F}" srcOrd="0" destOrd="0" parTransId="{F0C2A2A6-BFE6-5E42-9030-8196DF2E9A61}" sibTransId="{06303FB1-4768-CD44-A102-1F775C32A967}"/>
    <dgm:cxn modelId="{BE87B553-A4E2-254B-A52C-BB2D78E46C6A}" srcId="{2880F508-CF97-4C46-ADED-537636CEE780}" destId="{2DCB1AAB-8C82-3747-A41A-BCABE1BF6B0F}" srcOrd="1" destOrd="0" parTransId="{25461895-5CDC-5C49-93FE-C8B1CF41CD73}" sibTransId="{F42FC282-DB72-FC4C-82FA-4885B5347C56}"/>
    <dgm:cxn modelId="{40194C54-4443-5241-B87B-731AD9DE77F1}" srcId="{EC33624F-9536-1E4B-AD98-42717A66DA28}" destId="{94A76FD3-B878-984C-B1A0-CD7D964B8816}" srcOrd="0" destOrd="0" parTransId="{4704B685-F79B-7748-B6F9-218F57DBFC2A}" sibTransId="{933C1007-7A48-0746-9252-BCBC8731290C}"/>
    <dgm:cxn modelId="{24097D55-6BE3-134B-B9BC-941A800A64A3}" srcId="{719C4FA5-759F-634E-B149-D4A0223A8F76}" destId="{A40883CA-E8D1-914B-B1E5-CE30443B54A1}" srcOrd="0" destOrd="0" parTransId="{B1E89A0D-2D48-C548-9634-527F5FBEE132}" sibTransId="{9B452A85-01E3-A445-9E78-FC0FB35B0F97}"/>
    <dgm:cxn modelId="{B330C855-48FE-364E-BB5A-A1EB5DCA8C62}" type="presOf" srcId="{BF35C86B-AF7A-9942-B638-9CB429214B06}" destId="{81117A2E-163C-2E49-B2A9-4CD38F0A1D70}" srcOrd="0" destOrd="0" presId="urn:microsoft.com/office/officeart/2005/8/layout/hierarchy6"/>
    <dgm:cxn modelId="{69E90756-6FCA-9A41-B4C6-C9E94C51203F}" type="presOf" srcId="{2880F508-CF97-4C46-ADED-537636CEE780}" destId="{74A0D09A-AE7B-A947-87D8-BCFA7A093962}" srcOrd="0" destOrd="0" presId="urn:microsoft.com/office/officeart/2005/8/layout/hierarchy6"/>
    <dgm:cxn modelId="{A571AE57-709A-1042-9166-E4FC07AE8898}" type="presOf" srcId="{B1E89A0D-2D48-C548-9634-527F5FBEE132}" destId="{249C977D-1D4E-0F4E-B739-9FFB733129CA}" srcOrd="0" destOrd="0" presId="urn:microsoft.com/office/officeart/2005/8/layout/hierarchy6"/>
    <dgm:cxn modelId="{7CE64558-BD00-9748-9C56-BF36337DD16D}" type="presOf" srcId="{05ECE81F-627C-D04B-AB0A-D92EFB88F51E}" destId="{46EB3B03-69DE-704B-9F2B-16113641C9C1}" srcOrd="0" destOrd="0" presId="urn:microsoft.com/office/officeart/2005/8/layout/hierarchy6"/>
    <dgm:cxn modelId="{1AE32559-3942-EA4D-A111-F0F5EA925BD7}" type="presOf" srcId="{EA8706F8-257D-FC41-8441-C845975DF363}" destId="{C9BC08CC-4B0B-1247-9F93-B0CED89FD641}" srcOrd="0" destOrd="0" presId="urn:microsoft.com/office/officeart/2005/8/layout/hierarchy6"/>
    <dgm:cxn modelId="{3256346A-1807-9B47-9C38-F0F2533106A1}" type="presOf" srcId="{6428046C-9353-3249-9346-C637B5F984F8}" destId="{B401FB86-DF6A-A047-BCBC-5A55822B4EF6}" srcOrd="0" destOrd="0" presId="urn:microsoft.com/office/officeart/2005/8/layout/hierarchy6"/>
    <dgm:cxn modelId="{246E4F6C-DC3C-454A-8BF8-B8388C8D66E3}" type="presOf" srcId="{34D20B92-F5D3-C14D-B569-51AA910FAE0F}" destId="{F09FBD9E-A720-CD4F-A239-C31A163420D3}" srcOrd="0" destOrd="0" presId="urn:microsoft.com/office/officeart/2005/8/layout/hierarchy6"/>
    <dgm:cxn modelId="{7F62E370-C86E-C646-A957-0B09A1733FF1}" type="presOf" srcId="{BA021FF9-298C-CD44-A577-7D0E2EE64466}" destId="{E128D92D-8AFF-FF42-BF32-F99D3999A167}" srcOrd="1" destOrd="0" presId="urn:microsoft.com/office/officeart/2005/8/layout/hierarchy6"/>
    <dgm:cxn modelId="{EB14DE73-8044-C444-8AA5-8B66DDF60DD2}" srcId="{F1409DC7-8C00-4249-8FF5-F02F2440AC61}" destId="{6428046C-9353-3249-9346-C637B5F984F8}" srcOrd="0" destOrd="0" parTransId="{7BBCB55C-59C4-CF4C-BB90-633BDF23508A}" sibTransId="{8D5352FE-9403-1E42-BDFA-82465CC569D5}"/>
    <dgm:cxn modelId="{83CBB378-ED74-DA42-A202-6D938B08D153}" srcId="{C28EFFD2-6C03-034D-8B26-361FD567E1EB}" destId="{2880F508-CF97-4C46-ADED-537636CEE780}" srcOrd="0" destOrd="0" parTransId="{FFE8C36D-E2F9-984D-93A2-7A0224D73E51}" sibTransId="{097BE42C-F4A3-6D42-A6D4-88DBD54804BC}"/>
    <dgm:cxn modelId="{00C1517E-9D38-A243-AE0F-27E6D6AFFA44}" type="presOf" srcId="{719C4FA5-759F-634E-B149-D4A0223A8F76}" destId="{B404AE65-3957-5A44-8F65-FFC19B07C367}" srcOrd="0" destOrd="0" presId="urn:microsoft.com/office/officeart/2005/8/layout/hierarchy6"/>
    <dgm:cxn modelId="{FC634289-384E-784D-9E76-619ACF416304}" srcId="{D898A35A-CA2F-2545-9363-68A3469EEB79}" destId="{2D474894-4956-1D46-BC4E-D45B4EFFC37A}" srcOrd="0" destOrd="0" parTransId="{34D20B92-F5D3-C14D-B569-51AA910FAE0F}" sibTransId="{131AB95E-5B80-7146-9B92-130598384AC8}"/>
    <dgm:cxn modelId="{009BFE8A-0686-9646-B700-FFFE5BD4AC00}" type="presOf" srcId="{6890E4C1-A88B-B04F-8BB1-089846DAD923}" destId="{D66CE501-91AA-DA4F-85F4-2DCFD851D4D9}" srcOrd="1" destOrd="0" presId="urn:microsoft.com/office/officeart/2005/8/layout/hierarchy6"/>
    <dgm:cxn modelId="{C5F57894-BB46-9142-9B65-4ADA9FCAA14D}" srcId="{C28EFFD2-6C03-034D-8B26-361FD567E1EB}" destId="{84C91242-E602-6847-903F-A3AA9D048661}" srcOrd="3" destOrd="0" parTransId="{9933E831-AB18-DA42-87F2-D768CF82EB28}" sibTransId="{677F4401-11CC-A046-84BD-19F6838D6A3C}"/>
    <dgm:cxn modelId="{5ED49A94-6E23-BE49-8E08-761B31CBD09C}" type="presOf" srcId="{4836E969-5AAB-F146-8BAC-BD6A314E110B}" destId="{F74FBE11-A6B4-B149-8E7F-D09DDEEC7694}" srcOrd="0" destOrd="0" presId="urn:microsoft.com/office/officeart/2005/8/layout/hierarchy6"/>
    <dgm:cxn modelId="{A786CC98-9D59-9943-A876-3522F13D77D6}" type="presOf" srcId="{C11094E1-D2BA-744F-92C0-E9E15D40069F}" destId="{1612BE6D-A214-8447-AD88-561563634CCE}" srcOrd="0" destOrd="0" presId="urn:microsoft.com/office/officeart/2005/8/layout/hierarchy6"/>
    <dgm:cxn modelId="{98E5709B-839D-B64B-ABBA-1324A7A4D35F}" srcId="{C28EFFD2-6C03-034D-8B26-361FD567E1EB}" destId="{CDB85513-1075-1246-A01C-F0B325CB77CE}" srcOrd="2" destOrd="0" parTransId="{AA812B74-4184-0643-B4E9-168A4E8AE0AD}" sibTransId="{B5EF3A6C-A533-1C42-BB15-A47F1EBA1260}"/>
    <dgm:cxn modelId="{F995A99B-7E30-BF4F-B50B-4852DAEE5F5A}" type="presOf" srcId="{CDB85513-1075-1246-A01C-F0B325CB77CE}" destId="{6D0E4BB7-CEF9-3147-A38B-6C8A3BB460B7}" srcOrd="1" destOrd="0" presId="urn:microsoft.com/office/officeart/2005/8/layout/hierarchy6"/>
    <dgm:cxn modelId="{11462EA1-5B21-F449-B4CF-DE27B5A42D44}" type="presOf" srcId="{C28EFFD2-6C03-034D-8B26-361FD567E1EB}" destId="{797D0808-AE7A-8940-9C79-3B13C915EDC5}" srcOrd="0" destOrd="0" presId="urn:microsoft.com/office/officeart/2005/8/layout/hierarchy6"/>
    <dgm:cxn modelId="{911499A6-FD30-634B-B0A8-2302B13D5BB3}" type="presOf" srcId="{CCD9B762-665F-D047-A582-E9D745B6E041}" destId="{66AF5F28-DD5D-8C46-A7B6-566FC9010140}" srcOrd="0" destOrd="0" presId="urn:microsoft.com/office/officeart/2005/8/layout/hierarchy6"/>
    <dgm:cxn modelId="{B0B2CDA7-B09D-7844-882F-71CE09FCD298}" type="presOf" srcId="{7BBCB55C-59C4-CF4C-BB90-633BDF23508A}" destId="{FBBB18F4-EF61-4644-9A52-2A5F81413501}" srcOrd="0" destOrd="0" presId="urn:microsoft.com/office/officeart/2005/8/layout/hierarchy6"/>
    <dgm:cxn modelId="{F28B0AA9-B03D-5545-8F2E-59F35C33889E}" type="presOf" srcId="{C9934BFE-AFBA-E942-A866-37A054D72396}" destId="{A089F4F0-B0E0-894A-8802-599CEDE8BD77}" srcOrd="0" destOrd="0" presId="urn:microsoft.com/office/officeart/2005/8/layout/hierarchy6"/>
    <dgm:cxn modelId="{BA97F5A9-75DC-7B43-9DEA-A2883DAD7673}" type="presOf" srcId="{1AFB6A38-2332-B44F-9E7B-BDE5CB4F8C13}" destId="{3809BE24-A202-944D-A8A6-50BA960F036B}" srcOrd="0" destOrd="0" presId="urn:microsoft.com/office/officeart/2005/8/layout/hierarchy6"/>
    <dgm:cxn modelId="{C879BDB0-ACCF-A94D-BB47-43588A380B48}" type="presOf" srcId="{462A938F-2A85-F84E-8BAD-16A88E0A8D4F}" destId="{FC3B64D0-D65B-B84A-BC8D-1A5A9A8CAF9B}" srcOrd="0" destOrd="0" presId="urn:microsoft.com/office/officeart/2005/8/layout/hierarchy6"/>
    <dgm:cxn modelId="{24DC67B2-B6AF-904E-B397-43BF4BD41975}" type="presOf" srcId="{EC33624F-9536-1E4B-AD98-42717A66DA28}" destId="{6CB931D1-960A-8845-A9B6-417DE61F8999}" srcOrd="0" destOrd="0" presId="urn:microsoft.com/office/officeart/2005/8/layout/hierarchy6"/>
    <dgm:cxn modelId="{DBCBA3B4-ADD0-3D40-9329-C7881FB0D617}" type="presOf" srcId="{A06DA9A6-4F40-9346-8A54-64734373E0F1}" destId="{65B2F8F6-0DD9-5A45-903F-B69BF4B60F2A}" srcOrd="0" destOrd="0" presId="urn:microsoft.com/office/officeart/2005/8/layout/hierarchy6"/>
    <dgm:cxn modelId="{84B26DB7-9069-8D4C-814A-36D5E3549841}" srcId="{C28EFFD2-6C03-034D-8B26-361FD567E1EB}" destId="{D373AFA7-1F8F-2F49-89C3-69D198039493}" srcOrd="5" destOrd="0" parTransId="{9CE6539C-E019-F849-BE31-CF12C4C2EA7F}" sibTransId="{2657C194-D9BB-3841-AB5F-63662B3FEC92}"/>
    <dgm:cxn modelId="{D6FC94BE-0134-DF4B-8BF2-50996218EFDE}" srcId="{C11094E1-D2BA-744F-92C0-E9E15D40069F}" destId="{F1409DC7-8C00-4249-8FF5-F02F2440AC61}" srcOrd="0" destOrd="0" parTransId="{C9934BFE-AFBA-E942-A866-37A054D72396}" sibTransId="{75062199-C20E-4B44-B43B-1E63949C207C}"/>
    <dgm:cxn modelId="{52868DC1-0CB0-954E-887B-A2F6F54AE726}" type="presOf" srcId="{CDB85513-1075-1246-A01C-F0B325CB77CE}" destId="{01A8851F-7AB1-C44D-A69A-D4E59505F4BA}" srcOrd="0" destOrd="0" presId="urn:microsoft.com/office/officeart/2005/8/layout/hierarchy6"/>
    <dgm:cxn modelId="{6A8D01C8-42CC-F34A-AD1A-24D74274FB6F}" type="presOf" srcId="{2155C153-4EF7-0A42-99A8-6B0DD2EF4380}" destId="{790FEF0C-27AB-9A43-B603-128FBFA09DC8}" srcOrd="0" destOrd="0" presId="urn:microsoft.com/office/officeart/2005/8/layout/hierarchy6"/>
    <dgm:cxn modelId="{DDB13ECD-9182-234D-88F1-4C7F3EFF2B87}" srcId="{C679204C-6439-564D-A3E9-C755B18CAAAC}" destId="{2155C153-4EF7-0A42-99A8-6B0DD2EF4380}" srcOrd="0" destOrd="0" parTransId="{D4D6E89D-A37D-B649-8D9E-56DADE73A438}" sibTransId="{04C73A0F-F850-354F-A2BD-6CCB75002FF4}"/>
    <dgm:cxn modelId="{FBCE12CE-EB4B-D242-9454-FE5F1911BF4B}" srcId="{3EE3DA63-381A-7648-9733-7B59F202A5F7}" destId="{D898A35A-CA2F-2545-9363-68A3469EEB79}" srcOrd="0" destOrd="0" parTransId="{CCD9B762-665F-D047-A582-E9D745B6E041}" sibTransId="{9D1D6F2D-6FF5-7849-953F-84193CCC13B7}"/>
    <dgm:cxn modelId="{EB4742D3-875F-2C46-A75D-3427D789DA71}" srcId="{2DCB1AAB-8C82-3747-A41A-BCABE1BF6B0F}" destId="{69D7DB30-9F03-8447-A623-83C649506148}" srcOrd="1" destOrd="0" parTransId="{932AABB1-0CA7-5A45-9023-BD67E67EA3C0}" sibTransId="{CB08AB8F-69B3-8C46-AA72-127ADE708C8B}"/>
    <dgm:cxn modelId="{4B0D47DF-D649-C249-A42C-4670F774775E}" type="presOf" srcId="{F1409DC7-8C00-4249-8FF5-F02F2440AC61}" destId="{40B93D97-A4AA-B442-8261-77A8E9305376}" srcOrd="0" destOrd="0" presId="urn:microsoft.com/office/officeart/2005/8/layout/hierarchy6"/>
    <dgm:cxn modelId="{FEA65EE4-50F7-FF44-A22D-6C6736798E8F}" srcId="{2880F508-CF97-4C46-ADED-537636CEE780}" destId="{C679204C-6439-564D-A3E9-C755B18CAAAC}" srcOrd="0" destOrd="0" parTransId="{BA9191AE-3C9E-DE41-A553-02BDAE97B2AA}" sibTransId="{7EA24FE1-6BEA-7F4D-BAA4-D96C66179789}"/>
    <dgm:cxn modelId="{D95CE1E8-DE88-534B-AB16-67947C35DE98}" type="presOf" srcId="{2DCB1AAB-8C82-3747-A41A-BCABE1BF6B0F}" destId="{EA58B8A4-6442-A741-A29B-A261CF8294A6}" srcOrd="0" destOrd="0" presId="urn:microsoft.com/office/officeart/2005/8/layout/hierarchy6"/>
    <dgm:cxn modelId="{121A0BEA-F2CC-5E46-9953-5650085D1B66}" srcId="{C11094E1-D2BA-744F-92C0-E9E15D40069F}" destId="{719C4FA5-759F-634E-B149-D4A0223A8F76}" srcOrd="1" destOrd="0" parTransId="{462A938F-2A85-F84E-8BAD-16A88E0A8D4F}" sibTransId="{27A8564D-CC65-6C4F-8BF0-2BB55955BDB6}"/>
    <dgm:cxn modelId="{61308BEA-251C-FE41-A528-B65243EC8D27}" srcId="{C28EFFD2-6C03-034D-8B26-361FD567E1EB}" destId="{6890E4C1-A88B-B04F-8BB1-089846DAD923}" srcOrd="1" destOrd="0" parTransId="{C5AD9E85-FBC9-1F47-9DB0-EA0CEB6A1E24}" sibTransId="{AB19E0AE-1486-CF4A-9F9D-A6BEDD9C0ECA}"/>
    <dgm:cxn modelId="{8FDCB5EA-E837-1D40-BCA6-1F66990A6182}" type="presOf" srcId="{2D474894-4956-1D46-BC4E-D45B4EFFC37A}" destId="{6F1C50DD-288A-AB45-81FC-4A0037131875}" srcOrd="0" destOrd="0" presId="urn:microsoft.com/office/officeart/2005/8/layout/hierarchy6"/>
    <dgm:cxn modelId="{4DC8F3EB-87DA-C94D-8B6C-9EFE577E4D71}" srcId="{05ECE81F-627C-D04B-AB0A-D92EFB88F51E}" destId="{D7FCAC2A-DC6B-C34C-B8E0-5670A50F57A9}" srcOrd="0" destOrd="0" parTransId="{455570FD-5B63-4048-85CA-09F096C167ED}" sibTransId="{3A626BE6-3130-B44C-A54B-9060F4B6C166}"/>
    <dgm:cxn modelId="{2AAB35EC-E1E3-4045-B433-0AB959286B31}" type="presOf" srcId="{932AABB1-0CA7-5A45-9023-BD67E67EA3C0}" destId="{F4B9F306-F5A8-C548-A465-5C45A09ABADA}" srcOrd="0" destOrd="0" presId="urn:microsoft.com/office/officeart/2005/8/layout/hierarchy6"/>
    <dgm:cxn modelId="{FA96DAF1-7A59-F841-9F14-01D9A08398BA}" type="presOf" srcId="{3EE3DA63-381A-7648-9733-7B59F202A5F7}" destId="{8B36F25B-C5F7-9546-B7F9-5B517B9B3482}" srcOrd="0" destOrd="0" presId="urn:microsoft.com/office/officeart/2005/8/layout/hierarchy6"/>
    <dgm:cxn modelId="{F3DE0EFF-8DE9-6E43-B221-D8F1DBE6A6FD}" srcId="{69D7DB30-9F03-8447-A623-83C649506148}" destId="{05ECE81F-627C-D04B-AB0A-D92EFB88F51E}" srcOrd="0" destOrd="0" parTransId="{BF35C86B-AF7A-9942-B638-9CB429214B06}" sibTransId="{E9314E05-8C7F-7A47-9187-C3158B140BFD}"/>
    <dgm:cxn modelId="{CC74B823-5BB1-3F45-8EDA-65DC82C26319}" type="presParOf" srcId="{797D0808-AE7A-8940-9C79-3B13C915EDC5}" destId="{DBAA29F7-3503-CB42-B98F-2E7770FEE38C}" srcOrd="0" destOrd="0" presId="urn:microsoft.com/office/officeart/2005/8/layout/hierarchy6"/>
    <dgm:cxn modelId="{F66D3523-EB78-2545-B194-DACDA3D16B8D}" type="presParOf" srcId="{DBAA29F7-3503-CB42-B98F-2E7770FEE38C}" destId="{3F56FA31-513F-8E47-8B7F-7F062D64A1A0}" srcOrd="0" destOrd="0" presId="urn:microsoft.com/office/officeart/2005/8/layout/hierarchy6"/>
    <dgm:cxn modelId="{6E548DBF-2562-A34B-BD07-8B9476B162E6}" type="presParOf" srcId="{DBAA29F7-3503-CB42-B98F-2E7770FEE38C}" destId="{4CD564C5-DD5B-E640-86ED-9AEB55083840}" srcOrd="1" destOrd="0" presId="urn:microsoft.com/office/officeart/2005/8/layout/hierarchy6"/>
    <dgm:cxn modelId="{290472B2-D181-8743-ABD3-A99671A5D4A8}" type="presParOf" srcId="{4CD564C5-DD5B-E640-86ED-9AEB55083840}" destId="{BFC10D34-4BFA-FF47-97D6-DDF6C3DEDBDE}" srcOrd="0" destOrd="0" presId="urn:microsoft.com/office/officeart/2005/8/layout/hierarchy6"/>
    <dgm:cxn modelId="{790D560C-112B-7149-8678-76B9523C0E72}" type="presParOf" srcId="{BFC10D34-4BFA-FF47-97D6-DDF6C3DEDBDE}" destId="{74A0D09A-AE7B-A947-87D8-BCFA7A093962}" srcOrd="0" destOrd="0" presId="urn:microsoft.com/office/officeart/2005/8/layout/hierarchy6"/>
    <dgm:cxn modelId="{3FF0C71E-C4C7-994D-9873-A5F09380206C}" type="presParOf" srcId="{BFC10D34-4BFA-FF47-97D6-DDF6C3DEDBDE}" destId="{92987FC7-C31D-3646-9449-48F0ED24A5F9}" srcOrd="1" destOrd="0" presId="urn:microsoft.com/office/officeart/2005/8/layout/hierarchy6"/>
    <dgm:cxn modelId="{8EB77544-4147-D740-80B8-57C986B755D0}" type="presParOf" srcId="{92987FC7-C31D-3646-9449-48F0ED24A5F9}" destId="{848E5F57-3549-4E48-9BF7-D7192A242FC0}" srcOrd="0" destOrd="0" presId="urn:microsoft.com/office/officeart/2005/8/layout/hierarchy6"/>
    <dgm:cxn modelId="{F5408B5E-2581-4F47-A8E0-68254A559541}" type="presParOf" srcId="{92987FC7-C31D-3646-9449-48F0ED24A5F9}" destId="{35F1C553-8265-5444-8EF9-FC178F8114E0}" srcOrd="1" destOrd="0" presId="urn:microsoft.com/office/officeart/2005/8/layout/hierarchy6"/>
    <dgm:cxn modelId="{0B8CEE41-731F-0C48-ADB5-99DF4B93A5B9}" type="presParOf" srcId="{35F1C553-8265-5444-8EF9-FC178F8114E0}" destId="{9C15C876-BE5D-8F48-8364-7540B7EA3277}" srcOrd="0" destOrd="0" presId="urn:microsoft.com/office/officeart/2005/8/layout/hierarchy6"/>
    <dgm:cxn modelId="{1196908B-2C60-0E48-A90B-4629A2EEB930}" type="presParOf" srcId="{35F1C553-8265-5444-8EF9-FC178F8114E0}" destId="{EB150278-55C7-A04C-B8A2-F8D17651274C}" srcOrd="1" destOrd="0" presId="urn:microsoft.com/office/officeart/2005/8/layout/hierarchy6"/>
    <dgm:cxn modelId="{1C1B1A3F-2559-7442-B3A9-DD33CF127745}" type="presParOf" srcId="{EB150278-55C7-A04C-B8A2-F8D17651274C}" destId="{8681C9DB-0C42-0842-8343-896A310F3AA8}" srcOrd="0" destOrd="0" presId="urn:microsoft.com/office/officeart/2005/8/layout/hierarchy6"/>
    <dgm:cxn modelId="{A4218822-B1AA-8A49-B66B-D413EEA48398}" type="presParOf" srcId="{EB150278-55C7-A04C-B8A2-F8D17651274C}" destId="{8104B775-5EF5-3F47-A230-AF9925DA4E83}" srcOrd="1" destOrd="0" presId="urn:microsoft.com/office/officeart/2005/8/layout/hierarchy6"/>
    <dgm:cxn modelId="{C4D63126-8C6D-5F43-B455-09E7FC3B274B}" type="presParOf" srcId="{8104B775-5EF5-3F47-A230-AF9925DA4E83}" destId="{790FEF0C-27AB-9A43-B603-128FBFA09DC8}" srcOrd="0" destOrd="0" presId="urn:microsoft.com/office/officeart/2005/8/layout/hierarchy6"/>
    <dgm:cxn modelId="{91490DD8-CEF5-844B-9F47-B1D238DB2B23}" type="presParOf" srcId="{8104B775-5EF5-3F47-A230-AF9925DA4E83}" destId="{E3814B6B-0D50-2141-8086-9BC59B60214D}" srcOrd="1" destOrd="0" presId="urn:microsoft.com/office/officeart/2005/8/layout/hierarchy6"/>
    <dgm:cxn modelId="{CB7E4D4B-9C7A-5B41-A80E-75BC92D1B15E}" type="presParOf" srcId="{E3814B6B-0D50-2141-8086-9BC59B60214D}" destId="{E7E688CA-B0BA-6347-AE5A-2C45B1F8037B}" srcOrd="0" destOrd="0" presId="urn:microsoft.com/office/officeart/2005/8/layout/hierarchy6"/>
    <dgm:cxn modelId="{106F7C85-E3E7-F947-A683-9EE634506AF6}" type="presParOf" srcId="{E3814B6B-0D50-2141-8086-9BC59B60214D}" destId="{89AE59B6-9580-9D47-9099-4D2ABAE9AEEC}" srcOrd="1" destOrd="0" presId="urn:microsoft.com/office/officeart/2005/8/layout/hierarchy6"/>
    <dgm:cxn modelId="{7AE78A04-3CED-E64A-96C3-12D325587D13}" type="presParOf" srcId="{89AE59B6-9580-9D47-9099-4D2ABAE9AEEC}" destId="{6CB931D1-960A-8845-A9B6-417DE61F8999}" srcOrd="0" destOrd="0" presId="urn:microsoft.com/office/officeart/2005/8/layout/hierarchy6"/>
    <dgm:cxn modelId="{4CD9E4C5-743A-A04A-B270-3E9E85582D07}" type="presParOf" srcId="{89AE59B6-9580-9D47-9099-4D2ABAE9AEEC}" destId="{749A7501-7C7B-F94C-BFF4-D997370CE7EF}" srcOrd="1" destOrd="0" presId="urn:microsoft.com/office/officeart/2005/8/layout/hierarchy6"/>
    <dgm:cxn modelId="{C36D414F-78CC-E549-A91E-DBA5439BE684}" type="presParOf" srcId="{749A7501-7C7B-F94C-BFF4-D997370CE7EF}" destId="{AC7175C3-40C6-7C49-9286-7BC714C0BE33}" srcOrd="0" destOrd="0" presId="urn:microsoft.com/office/officeart/2005/8/layout/hierarchy6"/>
    <dgm:cxn modelId="{673666E2-A2F0-534F-AFB8-04A599E1CA89}" type="presParOf" srcId="{749A7501-7C7B-F94C-BFF4-D997370CE7EF}" destId="{77C6437D-DEBA-4841-A52A-7B6B2993B85B}" srcOrd="1" destOrd="0" presId="urn:microsoft.com/office/officeart/2005/8/layout/hierarchy6"/>
    <dgm:cxn modelId="{CC876F05-5354-BE4A-B123-E3FD0A198721}" type="presParOf" srcId="{77C6437D-DEBA-4841-A52A-7B6B2993B85B}" destId="{AA1CC3EF-3CEA-6C4A-A41E-E7FA0299CA26}" srcOrd="0" destOrd="0" presId="urn:microsoft.com/office/officeart/2005/8/layout/hierarchy6"/>
    <dgm:cxn modelId="{E086AF98-88CF-BB4E-B3CD-6FAAD96F7F25}" type="presParOf" srcId="{77C6437D-DEBA-4841-A52A-7B6B2993B85B}" destId="{47BCDFC6-64B4-D04A-9865-A870547A4C93}" srcOrd="1" destOrd="0" presId="urn:microsoft.com/office/officeart/2005/8/layout/hierarchy6"/>
    <dgm:cxn modelId="{BDF9B0C6-4264-6140-B72A-9370798EF2F2}" type="presParOf" srcId="{EB150278-55C7-A04C-B8A2-F8D17651274C}" destId="{65B2F8F6-0DD9-5A45-903F-B69BF4B60F2A}" srcOrd="2" destOrd="0" presId="urn:microsoft.com/office/officeart/2005/8/layout/hierarchy6"/>
    <dgm:cxn modelId="{2A38CB35-BD23-FD44-B4A0-EACBBF7FE6B8}" type="presParOf" srcId="{EB150278-55C7-A04C-B8A2-F8D17651274C}" destId="{D7240BAB-BA36-3E4F-BF88-9B5EA190D2E3}" srcOrd="3" destOrd="0" presId="urn:microsoft.com/office/officeart/2005/8/layout/hierarchy6"/>
    <dgm:cxn modelId="{13E30490-F023-824B-A013-4020F250135E}" type="presParOf" srcId="{D7240BAB-BA36-3E4F-BF88-9B5EA190D2E3}" destId="{8B36F25B-C5F7-9546-B7F9-5B517B9B3482}" srcOrd="0" destOrd="0" presId="urn:microsoft.com/office/officeart/2005/8/layout/hierarchy6"/>
    <dgm:cxn modelId="{275DDD07-5849-4042-828B-449D2261C383}" type="presParOf" srcId="{D7240BAB-BA36-3E4F-BF88-9B5EA190D2E3}" destId="{F4986A96-0020-114E-A787-50F3499B959A}" srcOrd="1" destOrd="0" presId="urn:microsoft.com/office/officeart/2005/8/layout/hierarchy6"/>
    <dgm:cxn modelId="{6088BCE3-7C48-C141-BA23-21993912A398}" type="presParOf" srcId="{F4986A96-0020-114E-A787-50F3499B959A}" destId="{66AF5F28-DD5D-8C46-A7B6-566FC9010140}" srcOrd="0" destOrd="0" presId="urn:microsoft.com/office/officeart/2005/8/layout/hierarchy6"/>
    <dgm:cxn modelId="{317B267E-4B4E-8643-A82F-9BE0FC2F22FC}" type="presParOf" srcId="{F4986A96-0020-114E-A787-50F3499B959A}" destId="{BCDBBCD1-D2BA-8F45-8F99-4C15B336FE61}" srcOrd="1" destOrd="0" presId="urn:microsoft.com/office/officeart/2005/8/layout/hierarchy6"/>
    <dgm:cxn modelId="{071A5471-A1E9-2E42-8A48-5FA18D37DC51}" type="presParOf" srcId="{BCDBBCD1-D2BA-8F45-8F99-4C15B336FE61}" destId="{7F6E74F9-8714-8C47-997B-DAE60AC8AA6B}" srcOrd="0" destOrd="0" presId="urn:microsoft.com/office/officeart/2005/8/layout/hierarchy6"/>
    <dgm:cxn modelId="{721CEAF9-36E6-3743-A391-D2FB706E29BF}" type="presParOf" srcId="{BCDBBCD1-D2BA-8F45-8F99-4C15B336FE61}" destId="{D5FAC5AF-8257-B440-BD30-D1EC5516D41B}" srcOrd="1" destOrd="0" presId="urn:microsoft.com/office/officeart/2005/8/layout/hierarchy6"/>
    <dgm:cxn modelId="{F58445C8-B820-FB4D-9F8F-08504ACFB049}" type="presParOf" srcId="{D5FAC5AF-8257-B440-BD30-D1EC5516D41B}" destId="{F09FBD9E-A720-CD4F-A239-C31A163420D3}" srcOrd="0" destOrd="0" presId="urn:microsoft.com/office/officeart/2005/8/layout/hierarchy6"/>
    <dgm:cxn modelId="{31F90415-346A-9945-A969-8FB1EDBBC60F}" type="presParOf" srcId="{D5FAC5AF-8257-B440-BD30-D1EC5516D41B}" destId="{18295D46-D6FC-434F-8304-1BE76B770686}" srcOrd="1" destOrd="0" presId="urn:microsoft.com/office/officeart/2005/8/layout/hierarchy6"/>
    <dgm:cxn modelId="{67A62654-7C66-1C4C-8C13-1E887E0DFA94}" type="presParOf" srcId="{18295D46-D6FC-434F-8304-1BE76B770686}" destId="{6F1C50DD-288A-AB45-81FC-4A0037131875}" srcOrd="0" destOrd="0" presId="urn:microsoft.com/office/officeart/2005/8/layout/hierarchy6"/>
    <dgm:cxn modelId="{41C2690D-195D-5344-8E35-7F24162DD0D2}" type="presParOf" srcId="{18295D46-D6FC-434F-8304-1BE76B770686}" destId="{A0048FD2-9F5E-3C4A-B1AB-0CE1AD018767}" srcOrd="1" destOrd="0" presId="urn:microsoft.com/office/officeart/2005/8/layout/hierarchy6"/>
    <dgm:cxn modelId="{D8D3A3CB-215E-134C-8E01-45B3749F473F}" type="presParOf" srcId="{F4986A96-0020-114E-A787-50F3499B959A}" destId="{3809BE24-A202-944D-A8A6-50BA960F036B}" srcOrd="2" destOrd="0" presId="urn:microsoft.com/office/officeart/2005/8/layout/hierarchy6"/>
    <dgm:cxn modelId="{A136DB5C-C6BC-334D-B6C9-57B0F9D0DFBA}" type="presParOf" srcId="{F4986A96-0020-114E-A787-50F3499B959A}" destId="{2F230704-37F8-704B-A0D6-658A6F844061}" srcOrd="3" destOrd="0" presId="urn:microsoft.com/office/officeart/2005/8/layout/hierarchy6"/>
    <dgm:cxn modelId="{1245504E-879A-1D4C-BD49-CED74F1BCEB7}" type="presParOf" srcId="{2F230704-37F8-704B-A0D6-658A6F844061}" destId="{C9BC08CC-4B0B-1247-9F93-B0CED89FD641}" srcOrd="0" destOrd="0" presId="urn:microsoft.com/office/officeart/2005/8/layout/hierarchy6"/>
    <dgm:cxn modelId="{0566E9C0-CAF3-1643-B273-82C553D2F3FD}" type="presParOf" srcId="{2F230704-37F8-704B-A0D6-658A6F844061}" destId="{1FAF5AF3-06D8-9041-87E6-A49565478EFC}" srcOrd="1" destOrd="0" presId="urn:microsoft.com/office/officeart/2005/8/layout/hierarchy6"/>
    <dgm:cxn modelId="{0DC1BF04-BCF8-A14E-ABDB-73031156675E}" type="presParOf" srcId="{1FAF5AF3-06D8-9041-87E6-A49565478EFC}" destId="{F74FBE11-A6B4-B149-8E7F-D09DDEEC7694}" srcOrd="0" destOrd="0" presId="urn:microsoft.com/office/officeart/2005/8/layout/hierarchy6"/>
    <dgm:cxn modelId="{2D3212DA-5F78-AB49-966A-A9D19C8DF88C}" type="presParOf" srcId="{1FAF5AF3-06D8-9041-87E6-A49565478EFC}" destId="{ED62A953-F881-8F45-8F1C-5BE658AF9000}" srcOrd="1" destOrd="0" presId="urn:microsoft.com/office/officeart/2005/8/layout/hierarchy6"/>
    <dgm:cxn modelId="{F36432EE-00FF-454B-AE65-23E0ADD2C7DA}" type="presParOf" srcId="{ED62A953-F881-8F45-8F1C-5BE658AF9000}" destId="{5A941406-84C7-3E4B-9791-216F62F8BFEB}" srcOrd="0" destOrd="0" presId="urn:microsoft.com/office/officeart/2005/8/layout/hierarchy6"/>
    <dgm:cxn modelId="{DF65EF7E-F334-FB40-9D34-D2670631BE56}" type="presParOf" srcId="{ED62A953-F881-8F45-8F1C-5BE658AF9000}" destId="{A9A6EF56-60A7-6A43-840A-D5E6CF1DC9BF}" srcOrd="1" destOrd="0" presId="urn:microsoft.com/office/officeart/2005/8/layout/hierarchy6"/>
    <dgm:cxn modelId="{2826F976-E8FD-BB47-A98F-A62DF76E3EAC}" type="presParOf" srcId="{92987FC7-C31D-3646-9449-48F0ED24A5F9}" destId="{CBD7DE1D-8D05-934B-929D-D26542C04AF3}" srcOrd="2" destOrd="0" presId="urn:microsoft.com/office/officeart/2005/8/layout/hierarchy6"/>
    <dgm:cxn modelId="{D45EFDAC-ACEF-824F-B964-282BD09A1E90}" type="presParOf" srcId="{92987FC7-C31D-3646-9449-48F0ED24A5F9}" destId="{87B7AE99-5B02-3345-BFE6-D22674D35BBE}" srcOrd="3" destOrd="0" presId="urn:microsoft.com/office/officeart/2005/8/layout/hierarchy6"/>
    <dgm:cxn modelId="{87B485D2-3A56-3744-BF1C-FC44ED3A7A65}" type="presParOf" srcId="{87B7AE99-5B02-3345-BFE6-D22674D35BBE}" destId="{EA58B8A4-6442-A741-A29B-A261CF8294A6}" srcOrd="0" destOrd="0" presId="urn:microsoft.com/office/officeart/2005/8/layout/hierarchy6"/>
    <dgm:cxn modelId="{11F4C325-8B7F-9E44-BCF0-E844E0986C5E}" type="presParOf" srcId="{87B7AE99-5B02-3345-BFE6-D22674D35BBE}" destId="{A396E360-EB69-E548-A962-61C42A7B1BDB}" srcOrd="1" destOrd="0" presId="urn:microsoft.com/office/officeart/2005/8/layout/hierarchy6"/>
    <dgm:cxn modelId="{98FC014A-98DD-A64B-A37D-258026345CA3}" type="presParOf" srcId="{A396E360-EB69-E548-A962-61C42A7B1BDB}" destId="{CBE016BA-6CFD-F346-A970-F85A0DE8228E}" srcOrd="0" destOrd="0" presId="urn:microsoft.com/office/officeart/2005/8/layout/hierarchy6"/>
    <dgm:cxn modelId="{A501667D-FFFB-A348-827F-90EE2014B608}" type="presParOf" srcId="{A396E360-EB69-E548-A962-61C42A7B1BDB}" destId="{E7B908DB-0C28-FD4D-B63C-AB25AAD6F026}" srcOrd="1" destOrd="0" presId="urn:microsoft.com/office/officeart/2005/8/layout/hierarchy6"/>
    <dgm:cxn modelId="{D59BDAFC-5778-0B48-A275-CED6A61A6ECE}" type="presParOf" srcId="{E7B908DB-0C28-FD4D-B63C-AB25AAD6F026}" destId="{1612BE6D-A214-8447-AD88-561563634CCE}" srcOrd="0" destOrd="0" presId="urn:microsoft.com/office/officeart/2005/8/layout/hierarchy6"/>
    <dgm:cxn modelId="{E6C4ED1D-FFA6-7A4A-AA03-FBB6967665BA}" type="presParOf" srcId="{E7B908DB-0C28-FD4D-B63C-AB25AAD6F026}" destId="{2C54667A-AA51-4841-8A79-F28D8775CB3E}" srcOrd="1" destOrd="0" presId="urn:microsoft.com/office/officeart/2005/8/layout/hierarchy6"/>
    <dgm:cxn modelId="{C3D6EFCA-A8CF-FD45-A602-1D64B564AFD0}" type="presParOf" srcId="{2C54667A-AA51-4841-8A79-F28D8775CB3E}" destId="{A089F4F0-B0E0-894A-8802-599CEDE8BD77}" srcOrd="0" destOrd="0" presId="urn:microsoft.com/office/officeart/2005/8/layout/hierarchy6"/>
    <dgm:cxn modelId="{3CA3A5D6-A45C-F743-BE48-04026D6EDB8E}" type="presParOf" srcId="{2C54667A-AA51-4841-8A79-F28D8775CB3E}" destId="{279EB6DB-0537-5F40-ACF0-478EE6A58DED}" srcOrd="1" destOrd="0" presId="urn:microsoft.com/office/officeart/2005/8/layout/hierarchy6"/>
    <dgm:cxn modelId="{0505D87A-131F-A342-A8CF-BC5FDD16CAA2}" type="presParOf" srcId="{279EB6DB-0537-5F40-ACF0-478EE6A58DED}" destId="{40B93D97-A4AA-B442-8261-77A8E9305376}" srcOrd="0" destOrd="0" presId="urn:microsoft.com/office/officeart/2005/8/layout/hierarchy6"/>
    <dgm:cxn modelId="{483193F8-9809-0143-A880-8B11C3EF7254}" type="presParOf" srcId="{279EB6DB-0537-5F40-ACF0-478EE6A58DED}" destId="{4106FD75-0842-0C45-88E8-8CBA2ECA0D1C}" srcOrd="1" destOrd="0" presId="urn:microsoft.com/office/officeart/2005/8/layout/hierarchy6"/>
    <dgm:cxn modelId="{755E0D35-796E-FB4B-AB6F-826DEFBFD919}" type="presParOf" srcId="{4106FD75-0842-0C45-88E8-8CBA2ECA0D1C}" destId="{FBBB18F4-EF61-4644-9A52-2A5F81413501}" srcOrd="0" destOrd="0" presId="urn:microsoft.com/office/officeart/2005/8/layout/hierarchy6"/>
    <dgm:cxn modelId="{7A531CCB-F68A-E549-9D01-B3C415D5357F}" type="presParOf" srcId="{4106FD75-0842-0C45-88E8-8CBA2ECA0D1C}" destId="{63B217E1-5DF3-C548-89E5-5C971BBC67C4}" srcOrd="1" destOrd="0" presId="urn:microsoft.com/office/officeart/2005/8/layout/hierarchy6"/>
    <dgm:cxn modelId="{136B722E-7BE4-5346-99DF-480F1E14D82F}" type="presParOf" srcId="{63B217E1-5DF3-C548-89E5-5C971BBC67C4}" destId="{B401FB86-DF6A-A047-BCBC-5A55822B4EF6}" srcOrd="0" destOrd="0" presId="urn:microsoft.com/office/officeart/2005/8/layout/hierarchy6"/>
    <dgm:cxn modelId="{6E2CE1CA-A72A-744C-BE4F-2E0A4056A1ED}" type="presParOf" srcId="{63B217E1-5DF3-C548-89E5-5C971BBC67C4}" destId="{F7F92203-0472-B746-A00F-5F378B98365D}" srcOrd="1" destOrd="0" presId="urn:microsoft.com/office/officeart/2005/8/layout/hierarchy6"/>
    <dgm:cxn modelId="{598E3109-8B92-E445-AAFA-228FF33AA906}" type="presParOf" srcId="{2C54667A-AA51-4841-8A79-F28D8775CB3E}" destId="{FC3B64D0-D65B-B84A-BC8D-1A5A9A8CAF9B}" srcOrd="2" destOrd="0" presId="urn:microsoft.com/office/officeart/2005/8/layout/hierarchy6"/>
    <dgm:cxn modelId="{2F4C572B-610F-7B4D-9C91-F92BD8B26C4A}" type="presParOf" srcId="{2C54667A-AA51-4841-8A79-F28D8775CB3E}" destId="{EC49CCF4-3575-7A46-9096-7CAB439BC376}" srcOrd="3" destOrd="0" presId="urn:microsoft.com/office/officeart/2005/8/layout/hierarchy6"/>
    <dgm:cxn modelId="{209B5418-FBDA-474D-8C89-639FA150AD04}" type="presParOf" srcId="{EC49CCF4-3575-7A46-9096-7CAB439BC376}" destId="{B404AE65-3957-5A44-8F65-FFC19B07C367}" srcOrd="0" destOrd="0" presId="urn:microsoft.com/office/officeart/2005/8/layout/hierarchy6"/>
    <dgm:cxn modelId="{9C420E11-5BC2-2F46-8885-844AA59B2DA9}" type="presParOf" srcId="{EC49CCF4-3575-7A46-9096-7CAB439BC376}" destId="{5800FF22-F295-2743-B6CF-FAE8BA253A4E}" srcOrd="1" destOrd="0" presId="urn:microsoft.com/office/officeart/2005/8/layout/hierarchy6"/>
    <dgm:cxn modelId="{BEC0FBEF-7C6F-FD47-BEA7-8BD06BEEE712}" type="presParOf" srcId="{5800FF22-F295-2743-B6CF-FAE8BA253A4E}" destId="{249C977D-1D4E-0F4E-B739-9FFB733129CA}" srcOrd="0" destOrd="0" presId="urn:microsoft.com/office/officeart/2005/8/layout/hierarchy6"/>
    <dgm:cxn modelId="{2338C6B8-A4D5-6F4E-97F6-9F503CCF5E99}" type="presParOf" srcId="{5800FF22-F295-2743-B6CF-FAE8BA253A4E}" destId="{874D96A0-FD12-6343-A9BA-A38F0D564ED9}" srcOrd="1" destOrd="0" presId="urn:microsoft.com/office/officeart/2005/8/layout/hierarchy6"/>
    <dgm:cxn modelId="{C74A9ACD-1CD1-D945-A434-0FB01A03457F}" type="presParOf" srcId="{874D96A0-FD12-6343-A9BA-A38F0D564ED9}" destId="{CE29ECEC-4CBA-EF4E-8795-42AA16BFE980}" srcOrd="0" destOrd="0" presId="urn:microsoft.com/office/officeart/2005/8/layout/hierarchy6"/>
    <dgm:cxn modelId="{09E898F4-5DE3-9645-9F9F-129C2A6E1995}" type="presParOf" srcId="{874D96A0-FD12-6343-A9BA-A38F0D564ED9}" destId="{65A034E0-8E7D-1140-BCE2-AB9EC93BC814}" srcOrd="1" destOrd="0" presId="urn:microsoft.com/office/officeart/2005/8/layout/hierarchy6"/>
    <dgm:cxn modelId="{74A7D273-735A-584E-8068-A9A968F6B3A9}" type="presParOf" srcId="{A396E360-EB69-E548-A962-61C42A7B1BDB}" destId="{F4B9F306-F5A8-C548-A465-5C45A09ABADA}" srcOrd="2" destOrd="0" presId="urn:microsoft.com/office/officeart/2005/8/layout/hierarchy6"/>
    <dgm:cxn modelId="{6987DD32-9501-1747-87B3-88CB01F728BF}" type="presParOf" srcId="{A396E360-EB69-E548-A962-61C42A7B1BDB}" destId="{9FC06C6B-A98E-E74D-8BD1-E0F3F5871F5C}" srcOrd="3" destOrd="0" presId="urn:microsoft.com/office/officeart/2005/8/layout/hierarchy6"/>
    <dgm:cxn modelId="{3F167440-DF3F-1A40-8DFE-E6C5355000E4}" type="presParOf" srcId="{9FC06C6B-A98E-E74D-8BD1-E0F3F5871F5C}" destId="{3FB45151-BC35-934D-A443-50FF33624F17}" srcOrd="0" destOrd="0" presId="urn:microsoft.com/office/officeart/2005/8/layout/hierarchy6"/>
    <dgm:cxn modelId="{3F35E668-215A-9548-8D56-25BC0E8A1D85}" type="presParOf" srcId="{9FC06C6B-A98E-E74D-8BD1-E0F3F5871F5C}" destId="{D4E88E76-1A64-8C43-B84F-19D6BFF8843D}" srcOrd="1" destOrd="0" presId="urn:microsoft.com/office/officeart/2005/8/layout/hierarchy6"/>
    <dgm:cxn modelId="{0A6B0CF9-7573-A44C-90EE-9DDD8179963E}" type="presParOf" srcId="{D4E88E76-1A64-8C43-B84F-19D6BFF8843D}" destId="{81117A2E-163C-2E49-B2A9-4CD38F0A1D70}" srcOrd="0" destOrd="0" presId="urn:microsoft.com/office/officeart/2005/8/layout/hierarchy6"/>
    <dgm:cxn modelId="{7895BA0C-CFF3-BE4C-80A5-59E7D84254C6}" type="presParOf" srcId="{D4E88E76-1A64-8C43-B84F-19D6BFF8843D}" destId="{B23CE4F2-B9D8-2047-B593-FAE6F2EEE18D}" srcOrd="1" destOrd="0" presId="urn:microsoft.com/office/officeart/2005/8/layout/hierarchy6"/>
    <dgm:cxn modelId="{AF693D11-5139-E641-8BC7-2C7A3BB77D22}" type="presParOf" srcId="{B23CE4F2-B9D8-2047-B593-FAE6F2EEE18D}" destId="{46EB3B03-69DE-704B-9F2B-16113641C9C1}" srcOrd="0" destOrd="0" presId="urn:microsoft.com/office/officeart/2005/8/layout/hierarchy6"/>
    <dgm:cxn modelId="{3D22018B-310E-6240-81FD-ACAE878F2F07}" type="presParOf" srcId="{B23CE4F2-B9D8-2047-B593-FAE6F2EEE18D}" destId="{39D893FD-0D62-0B43-BAFE-A8941F86C8CE}" srcOrd="1" destOrd="0" presId="urn:microsoft.com/office/officeart/2005/8/layout/hierarchy6"/>
    <dgm:cxn modelId="{59799E85-DB01-234F-8D64-1DA6080F6AB2}" type="presParOf" srcId="{39D893FD-0D62-0B43-BAFE-A8941F86C8CE}" destId="{240BD3EC-2517-7F4D-BA97-32EDD0D994E8}" srcOrd="0" destOrd="0" presId="urn:microsoft.com/office/officeart/2005/8/layout/hierarchy6"/>
    <dgm:cxn modelId="{55137845-160D-1F47-BC39-D52CB20C9640}" type="presParOf" srcId="{39D893FD-0D62-0B43-BAFE-A8941F86C8CE}" destId="{C2E20A79-C109-7B4C-AC05-1005E0233B32}" srcOrd="1" destOrd="0" presId="urn:microsoft.com/office/officeart/2005/8/layout/hierarchy6"/>
    <dgm:cxn modelId="{04969110-6CF9-0D46-A87E-FAC0BBF69119}" type="presParOf" srcId="{C2E20A79-C109-7B4C-AC05-1005E0233B32}" destId="{2E5C41C7-B7AC-DD4D-9705-F775F78620D5}" srcOrd="0" destOrd="0" presId="urn:microsoft.com/office/officeart/2005/8/layout/hierarchy6"/>
    <dgm:cxn modelId="{7A057437-C14A-AD40-B2E7-D425F9957A6D}" type="presParOf" srcId="{C2E20A79-C109-7B4C-AC05-1005E0233B32}" destId="{A14900B6-4183-9C45-8A60-1B70068AE54A}" srcOrd="1" destOrd="0" presId="urn:microsoft.com/office/officeart/2005/8/layout/hierarchy6"/>
    <dgm:cxn modelId="{7FC899AB-DC0B-694B-AF25-98F553768DC7}" type="presParOf" srcId="{797D0808-AE7A-8940-9C79-3B13C915EDC5}" destId="{5E4C9636-7285-7B4F-879B-1350636DA215}" srcOrd="1" destOrd="0" presId="urn:microsoft.com/office/officeart/2005/8/layout/hierarchy6"/>
    <dgm:cxn modelId="{5EBFC915-FF6D-9042-888D-F25087035024}" type="presParOf" srcId="{5E4C9636-7285-7B4F-879B-1350636DA215}" destId="{B6E7CC73-A826-4D4D-8E94-A5BB03D6F7B5}" srcOrd="0" destOrd="0" presId="urn:microsoft.com/office/officeart/2005/8/layout/hierarchy6"/>
    <dgm:cxn modelId="{32636159-5AEF-5042-BF78-24972D76025B}" type="presParOf" srcId="{B6E7CC73-A826-4D4D-8E94-A5BB03D6F7B5}" destId="{8BD55588-4678-5542-A4B4-C5269E8A4E33}" srcOrd="0" destOrd="0" presId="urn:microsoft.com/office/officeart/2005/8/layout/hierarchy6"/>
    <dgm:cxn modelId="{1C36650D-1BD3-9E4F-89F2-62321814C934}" type="presParOf" srcId="{B6E7CC73-A826-4D4D-8E94-A5BB03D6F7B5}" destId="{D66CE501-91AA-DA4F-85F4-2DCFD851D4D9}" srcOrd="1" destOrd="0" presId="urn:microsoft.com/office/officeart/2005/8/layout/hierarchy6"/>
    <dgm:cxn modelId="{DA8FC63B-2516-E04E-A0B5-EF7DCFE4812E}" type="presParOf" srcId="{5E4C9636-7285-7B4F-879B-1350636DA215}" destId="{DB38CF35-A027-3F4E-9E43-160FD03D18F1}" srcOrd="1" destOrd="0" presId="urn:microsoft.com/office/officeart/2005/8/layout/hierarchy6"/>
    <dgm:cxn modelId="{14E41329-F452-3347-AFAC-97BCCE6521EF}" type="presParOf" srcId="{DB38CF35-A027-3F4E-9E43-160FD03D18F1}" destId="{9E6B5B52-32BD-BB45-A252-663B32754233}" srcOrd="0" destOrd="0" presId="urn:microsoft.com/office/officeart/2005/8/layout/hierarchy6"/>
    <dgm:cxn modelId="{41E36E3F-5A92-574B-B389-8079EB0E00CE}" type="presParOf" srcId="{5E4C9636-7285-7B4F-879B-1350636DA215}" destId="{A474F73D-96A3-4949-BDD4-F476D42F269A}" srcOrd="2" destOrd="0" presId="urn:microsoft.com/office/officeart/2005/8/layout/hierarchy6"/>
    <dgm:cxn modelId="{B3D7885D-AA86-3048-A6B8-11A6DD99096C}" type="presParOf" srcId="{A474F73D-96A3-4949-BDD4-F476D42F269A}" destId="{01A8851F-7AB1-C44D-A69A-D4E59505F4BA}" srcOrd="0" destOrd="0" presId="urn:microsoft.com/office/officeart/2005/8/layout/hierarchy6"/>
    <dgm:cxn modelId="{71089521-655E-D447-B0C3-FE558D9CC981}" type="presParOf" srcId="{A474F73D-96A3-4949-BDD4-F476D42F269A}" destId="{6D0E4BB7-CEF9-3147-A38B-6C8A3BB460B7}" srcOrd="1" destOrd="0" presId="urn:microsoft.com/office/officeart/2005/8/layout/hierarchy6"/>
    <dgm:cxn modelId="{2A5BA1EC-30A2-E149-880D-4B0951EF6AC4}" type="presParOf" srcId="{5E4C9636-7285-7B4F-879B-1350636DA215}" destId="{A9FD3276-7D10-3F47-BADF-A5A61849EBD1}" srcOrd="3" destOrd="0" presId="urn:microsoft.com/office/officeart/2005/8/layout/hierarchy6"/>
    <dgm:cxn modelId="{EFC9F765-9089-D64E-A54D-D30812F776AD}" type="presParOf" srcId="{A9FD3276-7D10-3F47-BADF-A5A61849EBD1}" destId="{C63B5FA0-C664-8C41-BE89-67F3926C7256}" srcOrd="0" destOrd="0" presId="urn:microsoft.com/office/officeart/2005/8/layout/hierarchy6"/>
    <dgm:cxn modelId="{7A095017-C9C4-9745-AF7A-A582AAC9CB9A}" type="presParOf" srcId="{5E4C9636-7285-7B4F-879B-1350636DA215}" destId="{75696124-E8BA-C04B-8E27-6C6CE277CF8B}" srcOrd="4" destOrd="0" presId="urn:microsoft.com/office/officeart/2005/8/layout/hierarchy6"/>
    <dgm:cxn modelId="{E1109B01-A7DC-3B4B-B948-F81D88696A1F}" type="presParOf" srcId="{75696124-E8BA-C04B-8E27-6C6CE277CF8B}" destId="{348091E3-23F9-7B46-91CE-C3FAF6AAB5B9}" srcOrd="0" destOrd="0" presId="urn:microsoft.com/office/officeart/2005/8/layout/hierarchy6"/>
    <dgm:cxn modelId="{DC0AB50E-10A8-2545-9648-42980D3DCC05}" type="presParOf" srcId="{75696124-E8BA-C04B-8E27-6C6CE277CF8B}" destId="{B780C0C3-F470-6D44-97D3-5BAF774FDC78}" srcOrd="1" destOrd="0" presId="urn:microsoft.com/office/officeart/2005/8/layout/hierarchy6"/>
    <dgm:cxn modelId="{AAC43AEB-2705-E048-9162-8ECEB7A07BCA}" type="presParOf" srcId="{5E4C9636-7285-7B4F-879B-1350636DA215}" destId="{AB30DF7E-CB07-4C43-80DF-FD983802E086}" srcOrd="5" destOrd="0" presId="urn:microsoft.com/office/officeart/2005/8/layout/hierarchy6"/>
    <dgm:cxn modelId="{A23AAB96-D929-9A4A-83DD-E21AFFE03C6C}" type="presParOf" srcId="{AB30DF7E-CB07-4C43-80DF-FD983802E086}" destId="{C5B8E8D4-E61A-3E46-ABFC-E8C3159AA246}" srcOrd="0" destOrd="0" presId="urn:microsoft.com/office/officeart/2005/8/layout/hierarchy6"/>
    <dgm:cxn modelId="{B12BEB61-CE33-2647-89D9-1DD28633BD49}" type="presParOf" srcId="{5E4C9636-7285-7B4F-879B-1350636DA215}" destId="{31B804E5-1B41-4A4A-8BDE-64F79D217259}" srcOrd="6" destOrd="0" presId="urn:microsoft.com/office/officeart/2005/8/layout/hierarchy6"/>
    <dgm:cxn modelId="{7F595F4A-DE2A-524F-824F-2761600650FC}" type="presParOf" srcId="{31B804E5-1B41-4A4A-8BDE-64F79D217259}" destId="{E990D230-1044-1549-900F-250EDEF2C090}" srcOrd="0" destOrd="0" presId="urn:microsoft.com/office/officeart/2005/8/layout/hierarchy6"/>
    <dgm:cxn modelId="{F62C301C-80F4-FC43-BE2E-A065D7A61EC3}" type="presParOf" srcId="{31B804E5-1B41-4A4A-8BDE-64F79D217259}" destId="{E128D92D-8AFF-FF42-BF32-F99D3999A167}" srcOrd="1" destOrd="0" presId="urn:microsoft.com/office/officeart/2005/8/layout/hierarchy6"/>
    <dgm:cxn modelId="{46921FC0-8C13-164D-9680-8CAA95273EA6}" type="presParOf" srcId="{5E4C9636-7285-7B4F-879B-1350636DA215}" destId="{6D28F4AF-97A8-4741-B7DF-164727C83D22}" srcOrd="7" destOrd="0" presId="urn:microsoft.com/office/officeart/2005/8/layout/hierarchy6"/>
    <dgm:cxn modelId="{2545B043-A003-C547-8F7D-28ADAF802081}" type="presParOf" srcId="{6D28F4AF-97A8-4741-B7DF-164727C83D22}" destId="{342DDF75-D075-4A44-B251-AC554986E2A7}" srcOrd="0" destOrd="0" presId="urn:microsoft.com/office/officeart/2005/8/layout/hierarchy6"/>
    <dgm:cxn modelId="{84B134EE-1513-E448-8D54-E646F894740D}" type="presParOf" srcId="{5E4C9636-7285-7B4F-879B-1350636DA215}" destId="{F4893191-9F08-6343-A7C2-74B9842CE8EE}" srcOrd="8" destOrd="0" presId="urn:microsoft.com/office/officeart/2005/8/layout/hierarchy6"/>
    <dgm:cxn modelId="{965ABD16-43ED-EB42-BD24-BB6C31E79FED}" type="presParOf" srcId="{F4893191-9F08-6343-A7C2-74B9842CE8EE}" destId="{0A2BE206-30D2-CD4F-9BC6-4D1F0431D022}" srcOrd="0" destOrd="0" presId="urn:microsoft.com/office/officeart/2005/8/layout/hierarchy6"/>
    <dgm:cxn modelId="{62D2F8F7-7B27-8A48-9B4A-DC016A69F142}" type="presParOf" srcId="{F4893191-9F08-6343-A7C2-74B9842CE8EE}" destId="{D20468CE-3CE8-EC46-A7DF-898013D39EFE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B3C35B6-1C38-3C47-81B2-5AE9ED0A0591}" type="doc">
      <dgm:prSet loTypeId="urn:microsoft.com/office/officeart/2005/8/layout/vList5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D59A162-6BA8-D843-878F-BBA7EC29C72F}">
      <dgm:prSet phldrT="[Text]"/>
      <dgm:spPr/>
      <dgm:t>
        <a:bodyPr/>
        <a:lstStyle/>
        <a:p>
          <a:r>
            <a:rPr lang="en-US" dirty="0"/>
            <a:t>Samples</a:t>
          </a:r>
        </a:p>
      </dgm:t>
    </dgm:pt>
    <dgm:pt modelId="{EA2FBE09-ADF9-BD46-B603-76B66470CB3F}" type="parTrans" cxnId="{BAE45A15-64EE-6A43-AE03-9BDDA23ADDF8}">
      <dgm:prSet/>
      <dgm:spPr/>
      <dgm:t>
        <a:bodyPr/>
        <a:lstStyle/>
        <a:p>
          <a:endParaRPr lang="en-US"/>
        </a:p>
      </dgm:t>
    </dgm:pt>
    <dgm:pt modelId="{74A7337E-A4C8-B240-8358-F5E022A1637F}" type="sibTrans" cxnId="{BAE45A15-64EE-6A43-AE03-9BDDA23ADDF8}">
      <dgm:prSet/>
      <dgm:spPr/>
      <dgm:t>
        <a:bodyPr/>
        <a:lstStyle/>
        <a:p>
          <a:endParaRPr lang="en-US"/>
        </a:p>
      </dgm:t>
    </dgm:pt>
    <dgm:pt modelId="{48B5CB6F-B506-744D-8766-CD5BDAB32E0D}">
      <dgm:prSet phldrT="[Text]"/>
      <dgm:spPr/>
      <dgm:t>
        <a:bodyPr/>
        <a:lstStyle/>
        <a:p>
          <a:r>
            <a:rPr lang="en-US" dirty="0"/>
            <a:t>Instrument &amp; Software</a:t>
          </a:r>
        </a:p>
      </dgm:t>
    </dgm:pt>
    <dgm:pt modelId="{B35BD758-4667-EF4F-9309-4D684268676E}" type="parTrans" cxnId="{9A30950E-BB0A-DB40-8EA9-9B896F76867F}">
      <dgm:prSet/>
      <dgm:spPr/>
      <dgm:t>
        <a:bodyPr/>
        <a:lstStyle/>
        <a:p>
          <a:endParaRPr lang="en-US"/>
        </a:p>
      </dgm:t>
    </dgm:pt>
    <dgm:pt modelId="{9123D344-4343-7948-BE7C-4FE70310909F}" type="sibTrans" cxnId="{9A30950E-BB0A-DB40-8EA9-9B896F76867F}">
      <dgm:prSet/>
      <dgm:spPr/>
      <dgm:t>
        <a:bodyPr/>
        <a:lstStyle/>
        <a:p>
          <a:endParaRPr lang="en-US"/>
        </a:p>
      </dgm:t>
    </dgm:pt>
    <dgm:pt modelId="{207B6173-4389-014C-B6A1-43B3A75F2D61}">
      <dgm:prSet phldrT="[Text]"/>
      <dgm:spPr/>
      <dgm:t>
        <a:bodyPr/>
        <a:lstStyle/>
        <a:p>
          <a:r>
            <a:rPr lang="en-US" dirty="0"/>
            <a:t>Measurement Info</a:t>
          </a:r>
        </a:p>
      </dgm:t>
    </dgm:pt>
    <dgm:pt modelId="{B866135E-9910-014B-985E-056C9CC551AB}" type="parTrans" cxnId="{08CB7F7E-8905-7F4A-B3B0-FAB3AC8D741C}">
      <dgm:prSet/>
      <dgm:spPr/>
      <dgm:t>
        <a:bodyPr/>
        <a:lstStyle/>
        <a:p>
          <a:endParaRPr lang="en-US"/>
        </a:p>
      </dgm:t>
    </dgm:pt>
    <dgm:pt modelId="{19C536A3-3E5D-0049-B0BD-0033A65F95F6}" type="sibTrans" cxnId="{08CB7F7E-8905-7F4A-B3B0-FAB3AC8D741C}">
      <dgm:prSet/>
      <dgm:spPr/>
      <dgm:t>
        <a:bodyPr/>
        <a:lstStyle/>
        <a:p>
          <a:endParaRPr lang="en-US"/>
        </a:p>
      </dgm:t>
    </dgm:pt>
    <dgm:pt modelId="{68FF1D82-6A85-3F4B-B244-CAFA86F5FDBA}">
      <dgm:prSet phldrT="[Text]"/>
      <dgm:spPr/>
      <dgm:t>
        <a:bodyPr/>
        <a:lstStyle/>
        <a:p>
          <a:r>
            <a:rPr lang="en-US" dirty="0"/>
            <a:t>Data Processing</a:t>
          </a:r>
        </a:p>
      </dgm:t>
    </dgm:pt>
    <dgm:pt modelId="{14D6B144-9F14-3C46-BB3C-AD3C571BCCC3}" type="parTrans" cxnId="{330C43DC-AE79-BB43-97E0-577D87960071}">
      <dgm:prSet/>
      <dgm:spPr/>
      <dgm:t>
        <a:bodyPr/>
        <a:lstStyle/>
        <a:p>
          <a:endParaRPr lang="en-US"/>
        </a:p>
      </dgm:t>
    </dgm:pt>
    <dgm:pt modelId="{E9ABB229-FF69-6745-BDAE-1FE55C4C2FB4}" type="sibTrans" cxnId="{330C43DC-AE79-BB43-97E0-577D87960071}">
      <dgm:prSet/>
      <dgm:spPr/>
      <dgm:t>
        <a:bodyPr/>
        <a:lstStyle/>
        <a:p>
          <a:endParaRPr lang="en-US"/>
        </a:p>
      </dgm:t>
    </dgm:pt>
    <dgm:pt modelId="{540D4B2E-07EA-AB4C-909E-0C30DEA4D23E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/>
            <a:t>QC &amp; Uncertainty</a:t>
          </a:r>
        </a:p>
      </dgm:t>
    </dgm:pt>
    <dgm:pt modelId="{031A985C-EB7B-CA42-9107-5AE61357026B}" type="parTrans" cxnId="{61007FA0-9611-8B43-9D30-E5AD2F2EC8CF}">
      <dgm:prSet/>
      <dgm:spPr/>
      <dgm:t>
        <a:bodyPr/>
        <a:lstStyle/>
        <a:p>
          <a:endParaRPr lang="en-US"/>
        </a:p>
      </dgm:t>
    </dgm:pt>
    <dgm:pt modelId="{6C4D7CE0-A89C-7942-ACFC-7F92AC83986D}" type="sibTrans" cxnId="{61007FA0-9611-8B43-9D30-E5AD2F2EC8CF}">
      <dgm:prSet/>
      <dgm:spPr/>
      <dgm:t>
        <a:bodyPr/>
        <a:lstStyle/>
        <a:p>
          <a:endParaRPr lang="en-US"/>
        </a:p>
      </dgm:t>
    </dgm:pt>
    <dgm:pt modelId="{946FBB2C-2B97-F54F-8018-A93DB084918F}" type="pres">
      <dgm:prSet presAssocID="{5B3C35B6-1C38-3C47-81B2-5AE9ED0A0591}" presName="Name0" presStyleCnt="0">
        <dgm:presLayoutVars>
          <dgm:dir/>
          <dgm:animLvl val="lvl"/>
          <dgm:resizeHandles val="exact"/>
        </dgm:presLayoutVars>
      </dgm:prSet>
      <dgm:spPr/>
    </dgm:pt>
    <dgm:pt modelId="{E014077E-7EE1-D642-B7FB-52A6B97FD295}" type="pres">
      <dgm:prSet presAssocID="{FD59A162-6BA8-D843-878F-BBA7EC29C72F}" presName="linNode" presStyleCnt="0"/>
      <dgm:spPr/>
    </dgm:pt>
    <dgm:pt modelId="{F3C5457F-C3F3-2D4C-8C65-6BC2D8D17209}" type="pres">
      <dgm:prSet presAssocID="{FD59A162-6BA8-D843-878F-BBA7EC29C72F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DD776BB2-E260-BE47-8274-167E10526B5C}" type="pres">
      <dgm:prSet presAssocID="{74A7337E-A4C8-B240-8358-F5E022A1637F}" presName="sp" presStyleCnt="0"/>
      <dgm:spPr/>
    </dgm:pt>
    <dgm:pt modelId="{78267B4D-C843-0C46-A1A3-707D63D42DFC}" type="pres">
      <dgm:prSet presAssocID="{48B5CB6F-B506-744D-8766-CD5BDAB32E0D}" presName="linNode" presStyleCnt="0"/>
      <dgm:spPr/>
    </dgm:pt>
    <dgm:pt modelId="{8EF4B87F-F77D-5F42-96B9-0A6680280896}" type="pres">
      <dgm:prSet presAssocID="{48B5CB6F-B506-744D-8766-CD5BDAB32E0D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82BD3132-A487-B541-BB3F-113F309A6265}" type="pres">
      <dgm:prSet presAssocID="{9123D344-4343-7948-BE7C-4FE70310909F}" presName="sp" presStyleCnt="0"/>
      <dgm:spPr/>
    </dgm:pt>
    <dgm:pt modelId="{63BC9789-C4F2-F146-8782-5B46DC717882}" type="pres">
      <dgm:prSet presAssocID="{207B6173-4389-014C-B6A1-43B3A75F2D61}" presName="linNode" presStyleCnt="0"/>
      <dgm:spPr/>
    </dgm:pt>
    <dgm:pt modelId="{7F8FD23C-4BB0-E246-94DB-1AF2A1906D0E}" type="pres">
      <dgm:prSet presAssocID="{207B6173-4389-014C-B6A1-43B3A75F2D61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9A455C5B-F59B-214E-AA16-42DA8EA20663}" type="pres">
      <dgm:prSet presAssocID="{19C536A3-3E5D-0049-B0BD-0033A65F95F6}" presName="sp" presStyleCnt="0"/>
      <dgm:spPr/>
    </dgm:pt>
    <dgm:pt modelId="{01D40FAB-6084-F24D-8709-CF19778F32C7}" type="pres">
      <dgm:prSet presAssocID="{68FF1D82-6A85-3F4B-B244-CAFA86F5FDBA}" presName="linNode" presStyleCnt="0"/>
      <dgm:spPr/>
    </dgm:pt>
    <dgm:pt modelId="{C9109870-C3EB-4348-9056-F14FD44BE617}" type="pres">
      <dgm:prSet presAssocID="{68FF1D82-6A85-3F4B-B244-CAFA86F5FDBA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D92DCF94-2707-3843-A851-E7CCD4700538}" type="pres">
      <dgm:prSet presAssocID="{E9ABB229-FF69-6745-BDAE-1FE55C4C2FB4}" presName="sp" presStyleCnt="0"/>
      <dgm:spPr/>
    </dgm:pt>
    <dgm:pt modelId="{EB703303-0ADF-6F43-BEBE-01EE7BC224C6}" type="pres">
      <dgm:prSet presAssocID="{540D4B2E-07EA-AB4C-909E-0C30DEA4D23E}" presName="linNode" presStyleCnt="0"/>
      <dgm:spPr/>
    </dgm:pt>
    <dgm:pt modelId="{ED124163-433A-3A4B-8A59-4095FEEA3476}" type="pres">
      <dgm:prSet presAssocID="{540D4B2E-07EA-AB4C-909E-0C30DEA4D23E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9A30950E-BB0A-DB40-8EA9-9B896F76867F}" srcId="{5B3C35B6-1C38-3C47-81B2-5AE9ED0A0591}" destId="{48B5CB6F-B506-744D-8766-CD5BDAB32E0D}" srcOrd="1" destOrd="0" parTransId="{B35BD758-4667-EF4F-9309-4D684268676E}" sibTransId="{9123D344-4343-7948-BE7C-4FE70310909F}"/>
    <dgm:cxn modelId="{BAE45A15-64EE-6A43-AE03-9BDDA23ADDF8}" srcId="{5B3C35B6-1C38-3C47-81B2-5AE9ED0A0591}" destId="{FD59A162-6BA8-D843-878F-BBA7EC29C72F}" srcOrd="0" destOrd="0" parTransId="{EA2FBE09-ADF9-BD46-B603-76B66470CB3F}" sibTransId="{74A7337E-A4C8-B240-8358-F5E022A1637F}"/>
    <dgm:cxn modelId="{C0746B15-E443-F444-8EC2-325F3078E7E1}" type="presOf" srcId="{5B3C35B6-1C38-3C47-81B2-5AE9ED0A0591}" destId="{946FBB2C-2B97-F54F-8018-A93DB084918F}" srcOrd="0" destOrd="0" presId="urn:microsoft.com/office/officeart/2005/8/layout/vList5"/>
    <dgm:cxn modelId="{35F49839-A2C5-FD47-9494-64FCA1F4CD6E}" type="presOf" srcId="{FD59A162-6BA8-D843-878F-BBA7EC29C72F}" destId="{F3C5457F-C3F3-2D4C-8C65-6BC2D8D17209}" srcOrd="0" destOrd="0" presId="urn:microsoft.com/office/officeart/2005/8/layout/vList5"/>
    <dgm:cxn modelId="{08CB7F7E-8905-7F4A-B3B0-FAB3AC8D741C}" srcId="{5B3C35B6-1C38-3C47-81B2-5AE9ED0A0591}" destId="{207B6173-4389-014C-B6A1-43B3A75F2D61}" srcOrd="2" destOrd="0" parTransId="{B866135E-9910-014B-985E-056C9CC551AB}" sibTransId="{19C536A3-3E5D-0049-B0BD-0033A65F95F6}"/>
    <dgm:cxn modelId="{61007FA0-9611-8B43-9D30-E5AD2F2EC8CF}" srcId="{5B3C35B6-1C38-3C47-81B2-5AE9ED0A0591}" destId="{540D4B2E-07EA-AB4C-909E-0C30DEA4D23E}" srcOrd="4" destOrd="0" parTransId="{031A985C-EB7B-CA42-9107-5AE61357026B}" sibTransId="{6C4D7CE0-A89C-7942-ACFC-7F92AC83986D}"/>
    <dgm:cxn modelId="{BC9CBCA1-6B6D-A74A-B8DE-DD522ABD6A42}" type="presOf" srcId="{48B5CB6F-B506-744D-8766-CD5BDAB32E0D}" destId="{8EF4B87F-F77D-5F42-96B9-0A6680280896}" srcOrd="0" destOrd="0" presId="urn:microsoft.com/office/officeart/2005/8/layout/vList5"/>
    <dgm:cxn modelId="{3FF116A6-7537-434D-8F84-7F8C252ACBD2}" type="presOf" srcId="{207B6173-4389-014C-B6A1-43B3A75F2D61}" destId="{7F8FD23C-4BB0-E246-94DB-1AF2A1906D0E}" srcOrd="0" destOrd="0" presId="urn:microsoft.com/office/officeart/2005/8/layout/vList5"/>
    <dgm:cxn modelId="{3206DCB1-B9B6-0F44-8CF9-6A42344146C0}" type="presOf" srcId="{540D4B2E-07EA-AB4C-909E-0C30DEA4D23E}" destId="{ED124163-433A-3A4B-8A59-4095FEEA3476}" srcOrd="0" destOrd="0" presId="urn:microsoft.com/office/officeart/2005/8/layout/vList5"/>
    <dgm:cxn modelId="{5E8DD0D3-8B54-8444-A8FE-2DD583FD09F4}" type="presOf" srcId="{68FF1D82-6A85-3F4B-B244-CAFA86F5FDBA}" destId="{C9109870-C3EB-4348-9056-F14FD44BE617}" srcOrd="0" destOrd="0" presId="urn:microsoft.com/office/officeart/2005/8/layout/vList5"/>
    <dgm:cxn modelId="{330C43DC-AE79-BB43-97E0-577D87960071}" srcId="{5B3C35B6-1C38-3C47-81B2-5AE9ED0A0591}" destId="{68FF1D82-6A85-3F4B-B244-CAFA86F5FDBA}" srcOrd="3" destOrd="0" parTransId="{14D6B144-9F14-3C46-BB3C-AD3C571BCCC3}" sibTransId="{E9ABB229-FF69-6745-BDAE-1FE55C4C2FB4}"/>
    <dgm:cxn modelId="{2B02C77D-0897-9548-954A-78548EEC8C9C}" type="presParOf" srcId="{946FBB2C-2B97-F54F-8018-A93DB084918F}" destId="{E014077E-7EE1-D642-B7FB-52A6B97FD295}" srcOrd="0" destOrd="0" presId="urn:microsoft.com/office/officeart/2005/8/layout/vList5"/>
    <dgm:cxn modelId="{928A94F6-9F50-A34F-9068-C10065E2C47A}" type="presParOf" srcId="{E014077E-7EE1-D642-B7FB-52A6B97FD295}" destId="{F3C5457F-C3F3-2D4C-8C65-6BC2D8D17209}" srcOrd="0" destOrd="0" presId="urn:microsoft.com/office/officeart/2005/8/layout/vList5"/>
    <dgm:cxn modelId="{E40BDB15-5B63-CE45-9890-A68EDCA62179}" type="presParOf" srcId="{946FBB2C-2B97-F54F-8018-A93DB084918F}" destId="{DD776BB2-E260-BE47-8274-167E10526B5C}" srcOrd="1" destOrd="0" presId="urn:microsoft.com/office/officeart/2005/8/layout/vList5"/>
    <dgm:cxn modelId="{BF886708-A8BE-9E48-9457-DB35448128D3}" type="presParOf" srcId="{946FBB2C-2B97-F54F-8018-A93DB084918F}" destId="{78267B4D-C843-0C46-A1A3-707D63D42DFC}" srcOrd="2" destOrd="0" presId="urn:microsoft.com/office/officeart/2005/8/layout/vList5"/>
    <dgm:cxn modelId="{BB93BECB-59AB-C74E-AA87-EDAE97F535EA}" type="presParOf" srcId="{78267B4D-C843-0C46-A1A3-707D63D42DFC}" destId="{8EF4B87F-F77D-5F42-96B9-0A6680280896}" srcOrd="0" destOrd="0" presId="urn:microsoft.com/office/officeart/2005/8/layout/vList5"/>
    <dgm:cxn modelId="{EE596DAF-A6C1-C548-9B47-CE3AC6864CD5}" type="presParOf" srcId="{946FBB2C-2B97-F54F-8018-A93DB084918F}" destId="{82BD3132-A487-B541-BB3F-113F309A6265}" srcOrd="3" destOrd="0" presId="urn:microsoft.com/office/officeart/2005/8/layout/vList5"/>
    <dgm:cxn modelId="{D931D442-3075-7C48-B372-640C322BA708}" type="presParOf" srcId="{946FBB2C-2B97-F54F-8018-A93DB084918F}" destId="{63BC9789-C4F2-F146-8782-5B46DC717882}" srcOrd="4" destOrd="0" presId="urn:microsoft.com/office/officeart/2005/8/layout/vList5"/>
    <dgm:cxn modelId="{92529A40-24DE-5F4C-ABD9-EF37C2D40521}" type="presParOf" srcId="{63BC9789-C4F2-F146-8782-5B46DC717882}" destId="{7F8FD23C-4BB0-E246-94DB-1AF2A1906D0E}" srcOrd="0" destOrd="0" presId="urn:microsoft.com/office/officeart/2005/8/layout/vList5"/>
    <dgm:cxn modelId="{03CB0A86-6865-B143-984B-69EE35538D95}" type="presParOf" srcId="{946FBB2C-2B97-F54F-8018-A93DB084918F}" destId="{9A455C5B-F59B-214E-AA16-42DA8EA20663}" srcOrd="5" destOrd="0" presId="urn:microsoft.com/office/officeart/2005/8/layout/vList5"/>
    <dgm:cxn modelId="{76FF6CE8-A64E-8A4B-9A9F-D35006702927}" type="presParOf" srcId="{946FBB2C-2B97-F54F-8018-A93DB084918F}" destId="{01D40FAB-6084-F24D-8709-CF19778F32C7}" srcOrd="6" destOrd="0" presId="urn:microsoft.com/office/officeart/2005/8/layout/vList5"/>
    <dgm:cxn modelId="{CD77A86C-9805-E140-A2A2-BFC4D5A9180E}" type="presParOf" srcId="{01D40FAB-6084-F24D-8709-CF19778F32C7}" destId="{C9109870-C3EB-4348-9056-F14FD44BE617}" srcOrd="0" destOrd="0" presId="urn:microsoft.com/office/officeart/2005/8/layout/vList5"/>
    <dgm:cxn modelId="{CECC9CAC-3FCB-0143-BFA3-0DAD32E0B34B}" type="presParOf" srcId="{946FBB2C-2B97-F54F-8018-A93DB084918F}" destId="{D92DCF94-2707-3843-A851-E7CCD4700538}" srcOrd="7" destOrd="0" presId="urn:microsoft.com/office/officeart/2005/8/layout/vList5"/>
    <dgm:cxn modelId="{AFFB87E7-9858-D94C-ADE6-6CAB30EAE1E0}" type="presParOf" srcId="{946FBB2C-2B97-F54F-8018-A93DB084918F}" destId="{EB703303-0ADF-6F43-BEBE-01EE7BC224C6}" srcOrd="8" destOrd="0" presId="urn:microsoft.com/office/officeart/2005/8/layout/vList5"/>
    <dgm:cxn modelId="{46D6EE7B-2049-7444-ABFB-2E20A986EBF4}" type="presParOf" srcId="{EB703303-0ADF-6F43-BEBE-01EE7BC224C6}" destId="{ED124163-433A-3A4B-8A59-4095FEEA3476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B3C35B6-1C38-3C47-81B2-5AE9ED0A0591}" type="doc">
      <dgm:prSet loTypeId="urn:microsoft.com/office/officeart/2005/8/layout/vList5" loCatId="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9BC0625-2312-5D4F-8BD7-211BDC6A8A7C}">
      <dgm:prSet phldrT="[Text]"/>
      <dgm:spPr/>
      <dgm:t>
        <a:bodyPr/>
        <a:lstStyle/>
        <a:p>
          <a:r>
            <a:rPr lang="en-US" dirty="0"/>
            <a:t>Procedure Identification</a:t>
          </a:r>
        </a:p>
      </dgm:t>
    </dgm:pt>
    <dgm:pt modelId="{FBD7AEFB-36D7-4046-8C6A-E28DF67FF620}" type="parTrans" cxnId="{605EB6FC-A255-8048-A399-B9E7D7CCADF2}">
      <dgm:prSet/>
      <dgm:spPr/>
      <dgm:t>
        <a:bodyPr/>
        <a:lstStyle/>
        <a:p>
          <a:endParaRPr lang="en-US"/>
        </a:p>
      </dgm:t>
    </dgm:pt>
    <dgm:pt modelId="{A969EECE-159D-4A4D-A0CD-34333524145D}" type="sibTrans" cxnId="{605EB6FC-A255-8048-A399-B9E7D7CCADF2}">
      <dgm:prSet/>
      <dgm:spPr/>
      <dgm:t>
        <a:bodyPr/>
        <a:lstStyle/>
        <a:p>
          <a:endParaRPr lang="en-US"/>
        </a:p>
      </dgm:t>
    </dgm:pt>
    <dgm:pt modelId="{946FBB2C-2B97-F54F-8018-A93DB084918F}" type="pres">
      <dgm:prSet presAssocID="{5B3C35B6-1C38-3C47-81B2-5AE9ED0A0591}" presName="Name0" presStyleCnt="0">
        <dgm:presLayoutVars>
          <dgm:dir/>
          <dgm:animLvl val="lvl"/>
          <dgm:resizeHandles val="exact"/>
        </dgm:presLayoutVars>
      </dgm:prSet>
      <dgm:spPr/>
    </dgm:pt>
    <dgm:pt modelId="{562150F6-AD47-9044-8E8B-A0BF94DE7FD4}" type="pres">
      <dgm:prSet presAssocID="{E9BC0625-2312-5D4F-8BD7-211BDC6A8A7C}" presName="linNode" presStyleCnt="0"/>
      <dgm:spPr/>
    </dgm:pt>
    <dgm:pt modelId="{45DB622D-5C8C-DD45-9698-273880179C57}" type="pres">
      <dgm:prSet presAssocID="{E9BC0625-2312-5D4F-8BD7-211BDC6A8A7C}" presName="parentText" presStyleLbl="node1" presStyleIdx="0" presStyleCnt="1" custLinFactNeighborY="1562">
        <dgm:presLayoutVars>
          <dgm:chMax val="1"/>
          <dgm:bulletEnabled val="1"/>
        </dgm:presLayoutVars>
      </dgm:prSet>
      <dgm:spPr/>
    </dgm:pt>
  </dgm:ptLst>
  <dgm:cxnLst>
    <dgm:cxn modelId="{C0746B15-E443-F444-8EC2-325F3078E7E1}" type="presOf" srcId="{5B3C35B6-1C38-3C47-81B2-5AE9ED0A0591}" destId="{946FBB2C-2B97-F54F-8018-A93DB084918F}" srcOrd="0" destOrd="0" presId="urn:microsoft.com/office/officeart/2005/8/layout/vList5"/>
    <dgm:cxn modelId="{D5AAB5A0-34A2-E94A-9E94-4D1B91A59FF9}" type="presOf" srcId="{E9BC0625-2312-5D4F-8BD7-211BDC6A8A7C}" destId="{45DB622D-5C8C-DD45-9698-273880179C57}" srcOrd="0" destOrd="0" presId="urn:microsoft.com/office/officeart/2005/8/layout/vList5"/>
    <dgm:cxn modelId="{605EB6FC-A255-8048-A399-B9E7D7CCADF2}" srcId="{5B3C35B6-1C38-3C47-81B2-5AE9ED0A0591}" destId="{E9BC0625-2312-5D4F-8BD7-211BDC6A8A7C}" srcOrd="0" destOrd="0" parTransId="{FBD7AEFB-36D7-4046-8C6A-E28DF67FF620}" sibTransId="{A969EECE-159D-4A4D-A0CD-34333524145D}"/>
    <dgm:cxn modelId="{A2576591-C91F-1145-9A57-59D95296165A}" type="presParOf" srcId="{946FBB2C-2B97-F54F-8018-A93DB084918F}" destId="{562150F6-AD47-9044-8E8B-A0BF94DE7FD4}" srcOrd="0" destOrd="0" presId="urn:microsoft.com/office/officeart/2005/8/layout/vList5"/>
    <dgm:cxn modelId="{E5DB4031-B964-6F4A-8F90-A997F61D4102}" type="presParOf" srcId="{562150F6-AD47-9044-8E8B-A0BF94DE7FD4}" destId="{45DB622D-5C8C-DD45-9698-273880179C57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A792F6B-9DB5-B44D-9658-295245212799}" type="doc">
      <dgm:prSet loTypeId="urn:microsoft.com/office/officeart/2005/8/layout/hList1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3794F93-081A-8547-888E-0F401B051E3F}">
      <dgm:prSet phldrT="[Text]"/>
      <dgm:spPr/>
      <dgm:t>
        <a:bodyPr/>
        <a:lstStyle/>
        <a:p>
          <a:r>
            <a:rPr lang="en-US" dirty="0"/>
            <a:t>Administrative Metadata</a:t>
          </a:r>
        </a:p>
      </dgm:t>
    </dgm:pt>
    <dgm:pt modelId="{A70CB2F7-D49B-1242-A655-369A53C0EE7F}" type="parTrans" cxnId="{D60C593E-45F8-F94C-BD59-B23BB7F31914}">
      <dgm:prSet/>
      <dgm:spPr/>
      <dgm:t>
        <a:bodyPr/>
        <a:lstStyle/>
        <a:p>
          <a:endParaRPr lang="en-US"/>
        </a:p>
      </dgm:t>
    </dgm:pt>
    <dgm:pt modelId="{AC4FDB1F-455C-6A4C-8D13-5F618E95DB4D}" type="sibTrans" cxnId="{D60C593E-45F8-F94C-BD59-B23BB7F31914}">
      <dgm:prSet phldrT="01" phldr="0"/>
      <dgm:spPr/>
    </dgm:pt>
    <dgm:pt modelId="{F4DE98B4-CE86-0F41-9438-E45B604D8D08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Dataset title</a:t>
          </a:r>
        </a:p>
      </dgm:t>
    </dgm:pt>
    <dgm:pt modelId="{98CEBF51-A890-E445-9911-62B45158EE29}" type="parTrans" cxnId="{C0ABCEE2-9804-224B-8FF8-81DBCD1AC132}">
      <dgm:prSet/>
      <dgm:spPr/>
      <dgm:t>
        <a:bodyPr/>
        <a:lstStyle/>
        <a:p>
          <a:endParaRPr lang="en-US"/>
        </a:p>
      </dgm:t>
    </dgm:pt>
    <dgm:pt modelId="{7BB4E061-FC3F-BB49-A466-B23EAD0B4AF2}" type="sibTrans" cxnId="{C0ABCEE2-9804-224B-8FF8-81DBCD1AC132}">
      <dgm:prSet/>
      <dgm:spPr/>
      <dgm:t>
        <a:bodyPr/>
        <a:lstStyle/>
        <a:p>
          <a:endParaRPr lang="en-US"/>
        </a:p>
      </dgm:t>
    </dgm:pt>
    <dgm:pt modelId="{1FEDF7C5-029D-D24F-B2A3-D19F9B599BA5}">
      <dgm:prSet phldrT="[Text]"/>
      <dgm:spPr/>
      <dgm:t>
        <a:bodyPr/>
        <a:lstStyle/>
        <a:p>
          <a:r>
            <a:rPr lang="en-US" dirty="0"/>
            <a:t>Sample Metadata</a:t>
          </a:r>
        </a:p>
      </dgm:t>
    </dgm:pt>
    <dgm:pt modelId="{B85394F6-09A6-3543-9185-091C01F043FB}" type="parTrans" cxnId="{E04816B4-E5A1-BB40-B886-C8FEBF6084CF}">
      <dgm:prSet/>
      <dgm:spPr/>
      <dgm:t>
        <a:bodyPr/>
        <a:lstStyle/>
        <a:p>
          <a:endParaRPr lang="en-US"/>
        </a:p>
      </dgm:t>
    </dgm:pt>
    <dgm:pt modelId="{B30BD6DC-1830-3F43-B052-A3090FA60C16}" type="sibTrans" cxnId="{E04816B4-E5A1-BB40-B886-C8FEBF6084CF}">
      <dgm:prSet phldrT="02" phldr="0"/>
      <dgm:spPr/>
    </dgm:pt>
    <dgm:pt modelId="{FF120A9F-04F0-2A4A-99DD-17DE17A38EED}">
      <dgm:prSet phldrT="[Text]"/>
      <dgm:spPr/>
      <dgm:t>
        <a:bodyPr/>
        <a:lstStyle/>
        <a:p>
          <a:r>
            <a:rPr lang="en-US" dirty="0"/>
            <a:t>Sample name</a:t>
          </a:r>
        </a:p>
      </dgm:t>
    </dgm:pt>
    <dgm:pt modelId="{F69968ED-7311-F449-B92B-35D32DBCC9A1}" type="parTrans" cxnId="{29450C09-0C12-044B-ACFD-CE46CBFC9697}">
      <dgm:prSet/>
      <dgm:spPr/>
      <dgm:t>
        <a:bodyPr/>
        <a:lstStyle/>
        <a:p>
          <a:endParaRPr lang="en-US"/>
        </a:p>
      </dgm:t>
    </dgm:pt>
    <dgm:pt modelId="{972D184A-3095-F746-B934-F3E23E383AD2}" type="sibTrans" cxnId="{29450C09-0C12-044B-ACFD-CE46CBFC9697}">
      <dgm:prSet/>
      <dgm:spPr/>
      <dgm:t>
        <a:bodyPr/>
        <a:lstStyle/>
        <a:p>
          <a:endParaRPr lang="en-US"/>
        </a:p>
      </dgm:t>
    </dgm:pt>
    <dgm:pt modelId="{20805760-120E-4A45-A5B9-948C5B195D53}">
      <dgm:prSet phldrT="[Text]"/>
      <dgm:spPr/>
      <dgm:t>
        <a:bodyPr/>
        <a:lstStyle/>
        <a:p>
          <a:r>
            <a:rPr lang="en-US" dirty="0"/>
            <a:t>Analytical Metadata</a:t>
          </a:r>
        </a:p>
      </dgm:t>
    </dgm:pt>
    <dgm:pt modelId="{B920C708-09BC-C149-9331-3D68A4D62EB5}" type="parTrans" cxnId="{23DEBD48-1C3C-E341-8F45-06EF780393F6}">
      <dgm:prSet/>
      <dgm:spPr/>
      <dgm:t>
        <a:bodyPr/>
        <a:lstStyle/>
        <a:p>
          <a:endParaRPr lang="en-US"/>
        </a:p>
      </dgm:t>
    </dgm:pt>
    <dgm:pt modelId="{D84FBF05-7270-2A40-8470-A396B77D1927}" type="sibTrans" cxnId="{23DEBD48-1C3C-E341-8F45-06EF780393F6}">
      <dgm:prSet phldrT="03" phldr="0"/>
      <dgm:spPr/>
    </dgm:pt>
    <dgm:pt modelId="{FE10F66D-1621-9A49-89EE-A51A4AC0107C}">
      <dgm:prSet phldrT="[Text]"/>
      <dgm:spPr/>
      <dgm:t>
        <a:bodyPr/>
        <a:lstStyle/>
        <a:p>
          <a:r>
            <a:rPr lang="en-US" dirty="0"/>
            <a:t>Instrument type</a:t>
          </a:r>
        </a:p>
      </dgm:t>
    </dgm:pt>
    <dgm:pt modelId="{AF563A76-B41E-9544-AE62-17F59A222AAC}" type="parTrans" cxnId="{28651235-BEB9-3945-8837-073DF386CC1C}">
      <dgm:prSet/>
      <dgm:spPr/>
      <dgm:t>
        <a:bodyPr/>
        <a:lstStyle/>
        <a:p>
          <a:endParaRPr lang="en-US"/>
        </a:p>
      </dgm:t>
    </dgm:pt>
    <dgm:pt modelId="{2E826452-ECD1-2C43-B06B-BE7ED9B7CD4D}" type="sibTrans" cxnId="{28651235-BEB9-3945-8837-073DF386CC1C}">
      <dgm:prSet/>
      <dgm:spPr/>
      <dgm:t>
        <a:bodyPr/>
        <a:lstStyle/>
        <a:p>
          <a:endParaRPr lang="en-US"/>
        </a:p>
      </dgm:t>
    </dgm:pt>
    <dgm:pt modelId="{F5E7D803-04B9-0147-80B0-D99FA145D935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Data type</a:t>
          </a:r>
        </a:p>
      </dgm:t>
    </dgm:pt>
    <dgm:pt modelId="{A5961115-7ED6-D34A-B36C-BE167BF16B9E}" type="parTrans" cxnId="{EF3BDBD9-3EFA-6A4E-B14E-20DC41089C74}">
      <dgm:prSet/>
      <dgm:spPr/>
      <dgm:t>
        <a:bodyPr/>
        <a:lstStyle/>
        <a:p>
          <a:endParaRPr lang="en-US"/>
        </a:p>
      </dgm:t>
    </dgm:pt>
    <dgm:pt modelId="{D1CDA977-73FB-2542-9853-E2979A20D05A}" type="sibTrans" cxnId="{EF3BDBD9-3EFA-6A4E-B14E-20DC41089C74}">
      <dgm:prSet/>
      <dgm:spPr/>
      <dgm:t>
        <a:bodyPr/>
        <a:lstStyle/>
        <a:p>
          <a:endParaRPr lang="en-US"/>
        </a:p>
      </dgm:t>
    </dgm:pt>
    <dgm:pt modelId="{C2D1C91E-0761-374B-BA2F-40A4259A2883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Author</a:t>
          </a:r>
        </a:p>
      </dgm:t>
    </dgm:pt>
    <dgm:pt modelId="{44B5D7EC-A211-6743-A332-A715EE164FF6}" type="parTrans" cxnId="{DF6A8DA4-F9BA-A548-B2AE-AFA503795E70}">
      <dgm:prSet/>
      <dgm:spPr/>
      <dgm:t>
        <a:bodyPr/>
        <a:lstStyle/>
        <a:p>
          <a:endParaRPr lang="en-US"/>
        </a:p>
      </dgm:t>
    </dgm:pt>
    <dgm:pt modelId="{F7E2FDCC-59BB-C044-A73D-4E4D42D5B047}" type="sibTrans" cxnId="{DF6A8DA4-F9BA-A548-B2AE-AFA503795E70}">
      <dgm:prSet/>
      <dgm:spPr/>
      <dgm:t>
        <a:bodyPr/>
        <a:lstStyle/>
        <a:p>
          <a:endParaRPr lang="en-US"/>
        </a:p>
      </dgm:t>
    </dgm:pt>
    <dgm:pt modelId="{D94D9400-E9B1-4D4A-9881-35CB46EE24F9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Publication date</a:t>
          </a:r>
        </a:p>
      </dgm:t>
    </dgm:pt>
    <dgm:pt modelId="{B695F0E4-B560-8A4C-B1D9-0B9695D2185D}" type="parTrans" cxnId="{22FBC249-C414-F744-A267-6E5F9BB597B5}">
      <dgm:prSet/>
      <dgm:spPr/>
      <dgm:t>
        <a:bodyPr/>
        <a:lstStyle/>
        <a:p>
          <a:endParaRPr lang="en-US"/>
        </a:p>
      </dgm:t>
    </dgm:pt>
    <dgm:pt modelId="{CC8DD48B-87C9-0E4D-AE49-031D3E0E0F23}" type="sibTrans" cxnId="{22FBC249-C414-F744-A267-6E5F9BB597B5}">
      <dgm:prSet/>
      <dgm:spPr/>
      <dgm:t>
        <a:bodyPr/>
        <a:lstStyle/>
        <a:p>
          <a:endParaRPr lang="en-US"/>
        </a:p>
      </dgm:t>
    </dgm:pt>
    <dgm:pt modelId="{03E0CB3B-81F8-8547-8B1D-FFEF08486F5A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Funding</a:t>
          </a:r>
        </a:p>
      </dgm:t>
    </dgm:pt>
    <dgm:pt modelId="{591FC3B1-1C94-0949-9344-DE37324F74BE}" type="parTrans" cxnId="{B34ECA74-442F-A44F-B9E2-65D155CEAA92}">
      <dgm:prSet/>
      <dgm:spPr/>
      <dgm:t>
        <a:bodyPr/>
        <a:lstStyle/>
        <a:p>
          <a:endParaRPr lang="en-US"/>
        </a:p>
      </dgm:t>
    </dgm:pt>
    <dgm:pt modelId="{D57E3A55-8032-4B45-8B05-23D46048094C}" type="sibTrans" cxnId="{B34ECA74-442F-A44F-B9E2-65D155CEAA92}">
      <dgm:prSet/>
      <dgm:spPr/>
      <dgm:t>
        <a:bodyPr/>
        <a:lstStyle/>
        <a:p>
          <a:endParaRPr lang="en-US"/>
        </a:p>
      </dgm:t>
    </dgm:pt>
    <dgm:pt modelId="{C7EC757D-6D1A-D74D-A65D-548C7D4A716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License</a:t>
          </a:r>
        </a:p>
      </dgm:t>
    </dgm:pt>
    <dgm:pt modelId="{04636C30-9245-EC46-B9F4-BB97A5DE5111}" type="parTrans" cxnId="{4BF6533F-8B02-0740-BA89-28219F6EDE3A}">
      <dgm:prSet/>
      <dgm:spPr/>
      <dgm:t>
        <a:bodyPr/>
        <a:lstStyle/>
        <a:p>
          <a:endParaRPr lang="en-US"/>
        </a:p>
      </dgm:t>
    </dgm:pt>
    <dgm:pt modelId="{506446D5-AC4B-0C44-A53C-9E3EB9131120}" type="sibTrans" cxnId="{4BF6533F-8B02-0740-BA89-28219F6EDE3A}">
      <dgm:prSet/>
      <dgm:spPr/>
      <dgm:t>
        <a:bodyPr/>
        <a:lstStyle/>
        <a:p>
          <a:endParaRPr lang="en-US"/>
        </a:p>
      </dgm:t>
    </dgm:pt>
    <dgm:pt modelId="{33CA36D3-9E81-0740-B544-CAB3F169803D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Lab</a:t>
          </a:r>
        </a:p>
      </dgm:t>
    </dgm:pt>
    <dgm:pt modelId="{C0066B4C-5FAF-F944-826B-A65F233611A3}" type="parTrans" cxnId="{0B2EF284-4204-CF44-A0B6-316436A0932B}">
      <dgm:prSet/>
      <dgm:spPr/>
      <dgm:t>
        <a:bodyPr/>
        <a:lstStyle/>
        <a:p>
          <a:endParaRPr lang="en-US"/>
        </a:p>
      </dgm:t>
    </dgm:pt>
    <dgm:pt modelId="{9AF39565-C01B-2B43-BF75-00E4BC5C3A9E}" type="sibTrans" cxnId="{0B2EF284-4204-CF44-A0B6-316436A0932B}">
      <dgm:prSet/>
      <dgm:spPr/>
      <dgm:t>
        <a:bodyPr/>
        <a:lstStyle/>
        <a:p>
          <a:endParaRPr lang="en-US"/>
        </a:p>
      </dgm:t>
    </dgm:pt>
    <dgm:pt modelId="{C4CBD437-ED1A-1046-A846-666123301333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…</a:t>
          </a:r>
        </a:p>
      </dgm:t>
    </dgm:pt>
    <dgm:pt modelId="{A6F41EE7-38B9-6347-89B9-6369608997EF}" type="parTrans" cxnId="{C67C6128-8B07-A54F-98DB-CF131E10ED5C}">
      <dgm:prSet/>
      <dgm:spPr/>
      <dgm:t>
        <a:bodyPr/>
        <a:lstStyle/>
        <a:p>
          <a:endParaRPr lang="en-US"/>
        </a:p>
      </dgm:t>
    </dgm:pt>
    <dgm:pt modelId="{919B155A-3520-C24D-99A8-13151A422A3B}" type="sibTrans" cxnId="{C67C6128-8B07-A54F-98DB-CF131E10ED5C}">
      <dgm:prSet/>
      <dgm:spPr/>
      <dgm:t>
        <a:bodyPr/>
        <a:lstStyle/>
        <a:p>
          <a:endParaRPr lang="en-US"/>
        </a:p>
      </dgm:t>
    </dgm:pt>
    <dgm:pt modelId="{5F9E4D90-FC93-454A-B71D-A4D9D0850A5A}">
      <dgm:prSet phldrT="[Text]"/>
      <dgm:spPr/>
      <dgm:t>
        <a:bodyPr/>
        <a:lstStyle/>
        <a:p>
          <a:r>
            <a:rPr lang="en-US" dirty="0"/>
            <a:t>Sample treatment</a:t>
          </a:r>
        </a:p>
      </dgm:t>
    </dgm:pt>
    <dgm:pt modelId="{8AFED227-8C29-DD48-816B-9907991C71BE}" type="parTrans" cxnId="{D3F2A46C-272A-BB4E-9401-FAD79794765B}">
      <dgm:prSet/>
      <dgm:spPr/>
      <dgm:t>
        <a:bodyPr/>
        <a:lstStyle/>
        <a:p>
          <a:endParaRPr lang="en-US"/>
        </a:p>
      </dgm:t>
    </dgm:pt>
    <dgm:pt modelId="{0E96C260-00F4-E14C-B702-0C728DEA6C03}" type="sibTrans" cxnId="{D3F2A46C-272A-BB4E-9401-FAD79794765B}">
      <dgm:prSet/>
      <dgm:spPr/>
      <dgm:t>
        <a:bodyPr/>
        <a:lstStyle/>
        <a:p>
          <a:endParaRPr lang="en-US"/>
        </a:p>
      </dgm:t>
    </dgm:pt>
    <dgm:pt modelId="{11127053-54D3-9747-8772-6F07944837F8}">
      <dgm:prSet phldrT="[Text]"/>
      <dgm:spPr/>
      <dgm:t>
        <a:bodyPr/>
        <a:lstStyle/>
        <a:p>
          <a:endParaRPr lang="en-US" dirty="0"/>
        </a:p>
      </dgm:t>
    </dgm:pt>
    <dgm:pt modelId="{BA59C3A7-696F-BF43-A9DE-537DF2EA6F64}" type="parTrans" cxnId="{12A4F4F9-84CF-9343-8DE8-A5734DE566C2}">
      <dgm:prSet/>
      <dgm:spPr/>
      <dgm:t>
        <a:bodyPr/>
        <a:lstStyle/>
        <a:p>
          <a:endParaRPr lang="en-US"/>
        </a:p>
      </dgm:t>
    </dgm:pt>
    <dgm:pt modelId="{2EBB2D26-19DF-7F4D-BCEA-A73EAB5EEA86}" type="sibTrans" cxnId="{12A4F4F9-84CF-9343-8DE8-A5734DE566C2}">
      <dgm:prSet/>
      <dgm:spPr/>
      <dgm:t>
        <a:bodyPr/>
        <a:lstStyle/>
        <a:p>
          <a:endParaRPr lang="en-US"/>
        </a:p>
      </dgm:t>
    </dgm:pt>
    <dgm:pt modelId="{EF216306-D243-5148-98A3-E8E88A09AAB0}">
      <dgm:prSet phldrT="[Text]"/>
      <dgm:spPr/>
      <dgm:t>
        <a:bodyPr/>
        <a:lstStyle/>
        <a:p>
          <a:r>
            <a:rPr lang="en-US" dirty="0"/>
            <a:t>Sample material</a:t>
          </a:r>
        </a:p>
      </dgm:t>
    </dgm:pt>
    <dgm:pt modelId="{DBE8CB83-2823-4047-BE19-8D766A288CE0}" type="parTrans" cxnId="{11F550F8-555D-AA49-AC27-9B0E7EC4B11B}">
      <dgm:prSet/>
      <dgm:spPr/>
      <dgm:t>
        <a:bodyPr/>
        <a:lstStyle/>
        <a:p>
          <a:endParaRPr lang="en-US"/>
        </a:p>
      </dgm:t>
    </dgm:pt>
    <dgm:pt modelId="{83D396E9-DFA6-4B41-AA94-9C596B037F02}" type="sibTrans" cxnId="{11F550F8-555D-AA49-AC27-9B0E7EC4B11B}">
      <dgm:prSet/>
      <dgm:spPr/>
      <dgm:t>
        <a:bodyPr/>
        <a:lstStyle/>
        <a:p>
          <a:endParaRPr lang="en-US"/>
        </a:p>
      </dgm:t>
    </dgm:pt>
    <dgm:pt modelId="{13759B72-22BC-484F-BED6-5380E0CFD3BD}">
      <dgm:prSet phldrT="[Text]"/>
      <dgm:spPr/>
      <dgm:t>
        <a:bodyPr/>
        <a:lstStyle/>
        <a:p>
          <a:r>
            <a:rPr lang="en-US" dirty="0"/>
            <a:t>Persistent unique identifier (e.g., IGSN)</a:t>
          </a:r>
        </a:p>
      </dgm:t>
    </dgm:pt>
    <dgm:pt modelId="{28DA9567-B16F-874A-ADE2-EC8C07C80910}" type="parTrans" cxnId="{9E34740F-64EF-8B40-83A9-2AEACD1C6F38}">
      <dgm:prSet/>
      <dgm:spPr/>
      <dgm:t>
        <a:bodyPr/>
        <a:lstStyle/>
        <a:p>
          <a:endParaRPr lang="en-US"/>
        </a:p>
      </dgm:t>
    </dgm:pt>
    <dgm:pt modelId="{E45270E5-A9CE-2547-9185-99B417B54BA0}" type="sibTrans" cxnId="{9E34740F-64EF-8B40-83A9-2AEACD1C6F38}">
      <dgm:prSet/>
      <dgm:spPr/>
      <dgm:t>
        <a:bodyPr/>
        <a:lstStyle/>
        <a:p>
          <a:endParaRPr lang="en-US"/>
        </a:p>
      </dgm:t>
    </dgm:pt>
    <dgm:pt modelId="{2392186D-BE98-0D45-A716-A3349229A4F9}">
      <dgm:prSet phldrT="[Text]"/>
      <dgm:spPr/>
      <dgm:t>
        <a:bodyPr/>
        <a:lstStyle/>
        <a:p>
          <a:r>
            <a:rPr lang="en-US" dirty="0"/>
            <a:t>…</a:t>
          </a:r>
        </a:p>
      </dgm:t>
    </dgm:pt>
    <dgm:pt modelId="{07B05A5D-87AB-5746-BB70-840982C1D3D4}" type="parTrans" cxnId="{FA354989-53B3-C444-B003-C4B0B170934C}">
      <dgm:prSet/>
      <dgm:spPr/>
      <dgm:t>
        <a:bodyPr/>
        <a:lstStyle/>
        <a:p>
          <a:endParaRPr lang="en-US"/>
        </a:p>
      </dgm:t>
    </dgm:pt>
    <dgm:pt modelId="{C9804431-8BC4-CE49-9493-3D4F859FCC85}" type="sibTrans" cxnId="{FA354989-53B3-C444-B003-C4B0B170934C}">
      <dgm:prSet/>
      <dgm:spPr/>
      <dgm:t>
        <a:bodyPr/>
        <a:lstStyle/>
        <a:p>
          <a:endParaRPr lang="en-US"/>
        </a:p>
      </dgm:t>
    </dgm:pt>
    <dgm:pt modelId="{E034DE31-D20D-8F4D-9EF4-4DF08C82EA03}">
      <dgm:prSet phldrT="[Text]"/>
      <dgm:spPr/>
      <dgm:t>
        <a:bodyPr/>
        <a:lstStyle/>
        <a:p>
          <a:r>
            <a:rPr lang="en-US" dirty="0"/>
            <a:t>Instrument configuration and setting</a:t>
          </a:r>
        </a:p>
      </dgm:t>
    </dgm:pt>
    <dgm:pt modelId="{E5756100-80D8-E344-B41C-E3F9E96F9DDC}" type="parTrans" cxnId="{633527DC-8979-8541-9E94-1C144E62D483}">
      <dgm:prSet/>
      <dgm:spPr/>
      <dgm:t>
        <a:bodyPr/>
        <a:lstStyle/>
        <a:p>
          <a:endParaRPr lang="en-US"/>
        </a:p>
      </dgm:t>
    </dgm:pt>
    <dgm:pt modelId="{CD49336A-48D1-DB42-AC8D-022F611C2D5A}" type="sibTrans" cxnId="{633527DC-8979-8541-9E94-1C144E62D483}">
      <dgm:prSet/>
      <dgm:spPr/>
      <dgm:t>
        <a:bodyPr/>
        <a:lstStyle/>
        <a:p>
          <a:endParaRPr lang="en-US"/>
        </a:p>
      </dgm:t>
    </dgm:pt>
    <dgm:pt modelId="{E47308FB-D82D-A549-A786-C77E1339C8B8}">
      <dgm:prSet phldrT="[Text]"/>
      <dgm:spPr/>
      <dgm:t>
        <a:bodyPr/>
        <a:lstStyle/>
        <a:p>
          <a:r>
            <a:rPr lang="en-US" dirty="0"/>
            <a:t>Data acquisition method</a:t>
          </a:r>
        </a:p>
      </dgm:t>
    </dgm:pt>
    <dgm:pt modelId="{52F39093-034F-6C40-9EF4-B01A00905117}" type="parTrans" cxnId="{795B810E-1C79-1A4F-84CF-4BF7F2104BCE}">
      <dgm:prSet/>
      <dgm:spPr/>
      <dgm:t>
        <a:bodyPr/>
        <a:lstStyle/>
        <a:p>
          <a:endParaRPr lang="en-US"/>
        </a:p>
      </dgm:t>
    </dgm:pt>
    <dgm:pt modelId="{4D11B426-4D51-7B44-99AA-CEFDE98251CC}" type="sibTrans" cxnId="{795B810E-1C79-1A4F-84CF-4BF7F2104BCE}">
      <dgm:prSet/>
      <dgm:spPr/>
      <dgm:t>
        <a:bodyPr/>
        <a:lstStyle/>
        <a:p>
          <a:endParaRPr lang="en-US"/>
        </a:p>
      </dgm:t>
    </dgm:pt>
    <dgm:pt modelId="{81D33A3C-2474-6342-86C5-DD9D1C1925A9}">
      <dgm:prSet phldrT="[Text]"/>
      <dgm:spPr/>
      <dgm:t>
        <a:bodyPr/>
        <a:lstStyle/>
        <a:p>
          <a:r>
            <a:rPr lang="en-US" dirty="0"/>
            <a:t>Data processing method</a:t>
          </a:r>
        </a:p>
      </dgm:t>
    </dgm:pt>
    <dgm:pt modelId="{ACEC4213-BC98-7746-A26A-FCDDA87C0532}" type="parTrans" cxnId="{AF9C25E9-99AC-F945-B92C-F277E1E7A76E}">
      <dgm:prSet/>
      <dgm:spPr/>
      <dgm:t>
        <a:bodyPr/>
        <a:lstStyle/>
        <a:p>
          <a:endParaRPr lang="en-US"/>
        </a:p>
      </dgm:t>
    </dgm:pt>
    <dgm:pt modelId="{209A19D0-4282-C740-B7CB-BED4C51A3E88}" type="sibTrans" cxnId="{AF9C25E9-99AC-F945-B92C-F277E1E7A76E}">
      <dgm:prSet/>
      <dgm:spPr/>
      <dgm:t>
        <a:bodyPr/>
        <a:lstStyle/>
        <a:p>
          <a:endParaRPr lang="en-US"/>
        </a:p>
      </dgm:t>
    </dgm:pt>
    <dgm:pt modelId="{4713734E-909A-CE41-9C56-E79CBC5872E5}">
      <dgm:prSet phldrT="[Text]"/>
      <dgm:spPr/>
      <dgm:t>
        <a:bodyPr/>
        <a:lstStyle/>
        <a:p>
          <a:r>
            <a:rPr lang="en-US" dirty="0"/>
            <a:t>Quality control and uncertainty</a:t>
          </a:r>
        </a:p>
      </dgm:t>
    </dgm:pt>
    <dgm:pt modelId="{323A1AC5-5C79-D847-A99E-E0F33B2467A1}" type="parTrans" cxnId="{76C3FDBF-561C-9D49-A020-56BD5FE397F2}">
      <dgm:prSet/>
      <dgm:spPr/>
      <dgm:t>
        <a:bodyPr/>
        <a:lstStyle/>
        <a:p>
          <a:endParaRPr lang="en-US"/>
        </a:p>
      </dgm:t>
    </dgm:pt>
    <dgm:pt modelId="{4C11901B-FEB5-7B40-A779-00A615067D15}" type="sibTrans" cxnId="{76C3FDBF-561C-9D49-A020-56BD5FE397F2}">
      <dgm:prSet/>
      <dgm:spPr/>
      <dgm:t>
        <a:bodyPr/>
        <a:lstStyle/>
        <a:p>
          <a:endParaRPr lang="en-US"/>
        </a:p>
      </dgm:t>
    </dgm:pt>
    <dgm:pt modelId="{F5101B45-4355-784A-ADE7-551B47498F94}">
      <dgm:prSet phldrT="[Text]"/>
      <dgm:spPr/>
      <dgm:t>
        <a:bodyPr/>
        <a:lstStyle/>
        <a:p>
          <a:r>
            <a:rPr lang="en-US" dirty="0"/>
            <a:t>…</a:t>
          </a:r>
        </a:p>
      </dgm:t>
    </dgm:pt>
    <dgm:pt modelId="{2F9AE855-CBC9-104A-A37B-393182829E7E}" type="parTrans" cxnId="{ADBEA4A2-73D3-A949-A1F4-04E795F8226F}">
      <dgm:prSet/>
      <dgm:spPr/>
      <dgm:t>
        <a:bodyPr/>
        <a:lstStyle/>
        <a:p>
          <a:endParaRPr lang="en-US"/>
        </a:p>
      </dgm:t>
    </dgm:pt>
    <dgm:pt modelId="{ABF167CC-BE70-2C4A-8BC9-5AFF5900E6D2}" type="sibTrans" cxnId="{ADBEA4A2-73D3-A949-A1F4-04E795F8226F}">
      <dgm:prSet/>
      <dgm:spPr/>
      <dgm:t>
        <a:bodyPr/>
        <a:lstStyle/>
        <a:p>
          <a:endParaRPr lang="en-US"/>
        </a:p>
      </dgm:t>
    </dgm:pt>
    <dgm:pt modelId="{EE573799-A54E-6D41-89B8-99ECD3048951}" type="pres">
      <dgm:prSet presAssocID="{DA792F6B-9DB5-B44D-9658-295245212799}" presName="Name0" presStyleCnt="0">
        <dgm:presLayoutVars>
          <dgm:dir/>
          <dgm:animLvl val="lvl"/>
          <dgm:resizeHandles val="exact"/>
        </dgm:presLayoutVars>
      </dgm:prSet>
      <dgm:spPr/>
    </dgm:pt>
    <dgm:pt modelId="{3BAE5643-4138-814F-BE99-C712C58C3ED4}" type="pres">
      <dgm:prSet presAssocID="{23794F93-081A-8547-888E-0F401B051E3F}" presName="composite" presStyleCnt="0"/>
      <dgm:spPr/>
    </dgm:pt>
    <dgm:pt modelId="{BF633FA2-AE52-014E-A43B-6141831B042B}" type="pres">
      <dgm:prSet presAssocID="{23794F93-081A-8547-888E-0F401B051E3F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8F7535E-389C-3548-9EDE-D88579F2513C}" type="pres">
      <dgm:prSet presAssocID="{23794F93-081A-8547-888E-0F401B051E3F}" presName="desTx" presStyleLbl="alignAccFollowNode1" presStyleIdx="0" presStyleCnt="3">
        <dgm:presLayoutVars>
          <dgm:bulletEnabled val="1"/>
        </dgm:presLayoutVars>
      </dgm:prSet>
      <dgm:spPr/>
    </dgm:pt>
    <dgm:pt modelId="{516B899E-84CB-0946-BEEE-FAB2B954F3B5}" type="pres">
      <dgm:prSet presAssocID="{AC4FDB1F-455C-6A4C-8D13-5F618E95DB4D}" presName="space" presStyleCnt="0"/>
      <dgm:spPr/>
    </dgm:pt>
    <dgm:pt modelId="{F0248B8E-8DC2-7648-8A76-6524785528E8}" type="pres">
      <dgm:prSet presAssocID="{1FEDF7C5-029D-D24F-B2A3-D19F9B599BA5}" presName="composite" presStyleCnt="0"/>
      <dgm:spPr/>
    </dgm:pt>
    <dgm:pt modelId="{1D990C93-A01C-8845-B988-F19C7E414188}" type="pres">
      <dgm:prSet presAssocID="{1FEDF7C5-029D-D24F-B2A3-D19F9B599BA5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B10A5B97-B23C-564A-8DDE-F4C164020770}" type="pres">
      <dgm:prSet presAssocID="{1FEDF7C5-029D-D24F-B2A3-D19F9B599BA5}" presName="desTx" presStyleLbl="alignAccFollowNode1" presStyleIdx="1" presStyleCnt="3">
        <dgm:presLayoutVars>
          <dgm:bulletEnabled val="1"/>
        </dgm:presLayoutVars>
      </dgm:prSet>
      <dgm:spPr/>
    </dgm:pt>
    <dgm:pt modelId="{CC5C63FE-1D94-5F46-8F35-B7B8514692F5}" type="pres">
      <dgm:prSet presAssocID="{B30BD6DC-1830-3F43-B052-A3090FA60C16}" presName="space" presStyleCnt="0"/>
      <dgm:spPr/>
    </dgm:pt>
    <dgm:pt modelId="{C6880709-082D-BC48-BE76-AD545515E860}" type="pres">
      <dgm:prSet presAssocID="{20805760-120E-4A45-A5B9-948C5B195D53}" presName="composite" presStyleCnt="0"/>
      <dgm:spPr/>
    </dgm:pt>
    <dgm:pt modelId="{1D6DDC45-9BDB-2C47-8289-A07BDB145D4B}" type="pres">
      <dgm:prSet presAssocID="{20805760-120E-4A45-A5B9-948C5B195D5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6BD44E4E-80BC-6A41-AE86-BE9A6A580161}" type="pres">
      <dgm:prSet presAssocID="{20805760-120E-4A45-A5B9-948C5B195D5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29450C09-0C12-044B-ACFD-CE46CBFC9697}" srcId="{1FEDF7C5-029D-D24F-B2A3-D19F9B599BA5}" destId="{FF120A9F-04F0-2A4A-99DD-17DE17A38EED}" srcOrd="0" destOrd="0" parTransId="{F69968ED-7311-F449-B92B-35D32DBCC9A1}" sibTransId="{972D184A-3095-F746-B934-F3E23E383AD2}"/>
    <dgm:cxn modelId="{C6EAF409-E41D-2A41-811F-5D45156A70BA}" type="presOf" srcId="{E034DE31-D20D-8F4D-9EF4-4DF08C82EA03}" destId="{6BD44E4E-80BC-6A41-AE86-BE9A6A580161}" srcOrd="0" destOrd="1" presId="urn:microsoft.com/office/officeart/2005/8/layout/hList1"/>
    <dgm:cxn modelId="{D834590C-CDFA-DB47-B87A-711D651D33C1}" type="presOf" srcId="{1FEDF7C5-029D-D24F-B2A3-D19F9B599BA5}" destId="{1D990C93-A01C-8845-B988-F19C7E414188}" srcOrd="0" destOrd="0" presId="urn:microsoft.com/office/officeart/2005/8/layout/hList1"/>
    <dgm:cxn modelId="{8D0AC10C-6505-F642-883E-8341A0950331}" type="presOf" srcId="{11127053-54D3-9747-8772-6F07944837F8}" destId="{B10A5B97-B23C-564A-8DDE-F4C164020770}" srcOrd="0" destOrd="5" presId="urn:microsoft.com/office/officeart/2005/8/layout/hList1"/>
    <dgm:cxn modelId="{795B810E-1C79-1A4F-84CF-4BF7F2104BCE}" srcId="{20805760-120E-4A45-A5B9-948C5B195D53}" destId="{E47308FB-D82D-A549-A786-C77E1339C8B8}" srcOrd="2" destOrd="0" parTransId="{52F39093-034F-6C40-9EF4-B01A00905117}" sibTransId="{4D11B426-4D51-7B44-99AA-CEFDE98251CC}"/>
    <dgm:cxn modelId="{9E34740F-64EF-8B40-83A9-2AEACD1C6F38}" srcId="{1FEDF7C5-029D-D24F-B2A3-D19F9B599BA5}" destId="{13759B72-22BC-484F-BED6-5380E0CFD3BD}" srcOrd="2" destOrd="0" parTransId="{28DA9567-B16F-874A-ADE2-EC8C07C80910}" sibTransId="{E45270E5-A9CE-2547-9185-99B417B54BA0}"/>
    <dgm:cxn modelId="{58175214-7C7E-854C-A94F-F33485D78E54}" type="presOf" srcId="{33CA36D3-9E81-0740-B544-CAB3F169803D}" destId="{18F7535E-389C-3548-9EDE-D88579F2513C}" srcOrd="0" destOrd="3" presId="urn:microsoft.com/office/officeart/2005/8/layout/hList1"/>
    <dgm:cxn modelId="{000B3B17-9296-EC4C-9E18-E3B67A7B1B97}" type="presOf" srcId="{4713734E-909A-CE41-9C56-E79CBC5872E5}" destId="{6BD44E4E-80BC-6A41-AE86-BE9A6A580161}" srcOrd="0" destOrd="4" presId="urn:microsoft.com/office/officeart/2005/8/layout/hList1"/>
    <dgm:cxn modelId="{CDDFFA19-FBF7-0E48-BFCE-96CFF0E1B843}" type="presOf" srcId="{F4DE98B4-CE86-0F41-9438-E45B604D8D08}" destId="{18F7535E-389C-3548-9EDE-D88579F2513C}" srcOrd="0" destOrd="0" presId="urn:microsoft.com/office/officeart/2005/8/layout/hList1"/>
    <dgm:cxn modelId="{ADCA9C1A-C9AD-3947-8E53-DFCB379B5EF9}" type="presOf" srcId="{F5101B45-4355-784A-ADE7-551B47498F94}" destId="{6BD44E4E-80BC-6A41-AE86-BE9A6A580161}" srcOrd="0" destOrd="5" presId="urn:microsoft.com/office/officeart/2005/8/layout/hList1"/>
    <dgm:cxn modelId="{C67C6128-8B07-A54F-98DB-CF131E10ED5C}" srcId="{23794F93-081A-8547-888E-0F401B051E3F}" destId="{C4CBD437-ED1A-1046-A846-666123301333}" srcOrd="7" destOrd="0" parTransId="{A6F41EE7-38B9-6347-89B9-6369608997EF}" sibTransId="{919B155A-3520-C24D-99A8-13151A422A3B}"/>
    <dgm:cxn modelId="{D7F48F28-2AA1-704A-8199-58685851350E}" type="presOf" srcId="{E47308FB-D82D-A549-A786-C77E1339C8B8}" destId="{6BD44E4E-80BC-6A41-AE86-BE9A6A580161}" srcOrd="0" destOrd="2" presId="urn:microsoft.com/office/officeart/2005/8/layout/hList1"/>
    <dgm:cxn modelId="{28651235-BEB9-3945-8837-073DF386CC1C}" srcId="{20805760-120E-4A45-A5B9-948C5B195D53}" destId="{FE10F66D-1621-9A49-89EE-A51A4AC0107C}" srcOrd="0" destOrd="0" parTransId="{AF563A76-B41E-9544-AE62-17F59A222AAC}" sibTransId="{2E826452-ECD1-2C43-B06B-BE7ED9B7CD4D}"/>
    <dgm:cxn modelId="{D60C593E-45F8-F94C-BD59-B23BB7F31914}" srcId="{DA792F6B-9DB5-B44D-9658-295245212799}" destId="{23794F93-081A-8547-888E-0F401B051E3F}" srcOrd="0" destOrd="0" parTransId="{A70CB2F7-D49B-1242-A655-369A53C0EE7F}" sibTransId="{AC4FDB1F-455C-6A4C-8D13-5F618E95DB4D}"/>
    <dgm:cxn modelId="{4BF6533F-8B02-0740-BA89-28219F6EDE3A}" srcId="{23794F93-081A-8547-888E-0F401B051E3F}" destId="{C7EC757D-6D1A-D74D-A65D-548C7D4A7164}" srcOrd="6" destOrd="0" parTransId="{04636C30-9245-EC46-B9F4-BB97A5DE5111}" sibTransId="{506446D5-AC4B-0C44-A53C-9E3EB9131120}"/>
    <dgm:cxn modelId="{3C408042-8CF9-A54B-9A80-A0AF8571ED68}" type="presOf" srcId="{DA792F6B-9DB5-B44D-9658-295245212799}" destId="{EE573799-A54E-6D41-89B8-99ECD3048951}" srcOrd="0" destOrd="0" presId="urn:microsoft.com/office/officeart/2005/8/layout/hList1"/>
    <dgm:cxn modelId="{23DEBD48-1C3C-E341-8F45-06EF780393F6}" srcId="{DA792F6B-9DB5-B44D-9658-295245212799}" destId="{20805760-120E-4A45-A5B9-948C5B195D53}" srcOrd="2" destOrd="0" parTransId="{B920C708-09BC-C149-9331-3D68A4D62EB5}" sibTransId="{D84FBF05-7270-2A40-8470-A396B77D1927}"/>
    <dgm:cxn modelId="{E925F748-9C56-D347-9481-7704724FC67E}" type="presOf" srcId="{81D33A3C-2474-6342-86C5-DD9D1C1925A9}" destId="{6BD44E4E-80BC-6A41-AE86-BE9A6A580161}" srcOrd="0" destOrd="3" presId="urn:microsoft.com/office/officeart/2005/8/layout/hList1"/>
    <dgm:cxn modelId="{22FBC249-C414-F744-A267-6E5F9BB597B5}" srcId="{23794F93-081A-8547-888E-0F401B051E3F}" destId="{D94D9400-E9B1-4D4A-9881-35CB46EE24F9}" srcOrd="4" destOrd="0" parTransId="{B695F0E4-B560-8A4C-B1D9-0B9695D2185D}" sibTransId="{CC8DD48B-87C9-0E4D-AE49-031D3E0E0F23}"/>
    <dgm:cxn modelId="{11423B5D-0B1D-424F-A13A-41021B1C66F8}" type="presOf" srcId="{EF216306-D243-5148-98A3-E8E88A09AAB0}" destId="{B10A5B97-B23C-564A-8DDE-F4C164020770}" srcOrd="0" destOrd="1" presId="urn:microsoft.com/office/officeart/2005/8/layout/hList1"/>
    <dgm:cxn modelId="{34A21A5F-3BF2-3747-BA72-389366DAA294}" type="presOf" srcId="{20805760-120E-4A45-A5B9-948C5B195D53}" destId="{1D6DDC45-9BDB-2C47-8289-A07BDB145D4B}" srcOrd="0" destOrd="0" presId="urn:microsoft.com/office/officeart/2005/8/layout/hList1"/>
    <dgm:cxn modelId="{4B7EF95F-FF8B-9E4B-8192-95D4FFA05C39}" type="presOf" srcId="{C2D1C91E-0761-374B-BA2F-40A4259A2883}" destId="{18F7535E-389C-3548-9EDE-D88579F2513C}" srcOrd="0" destOrd="2" presId="urn:microsoft.com/office/officeart/2005/8/layout/hList1"/>
    <dgm:cxn modelId="{D3F2A46C-272A-BB4E-9401-FAD79794765B}" srcId="{1FEDF7C5-029D-D24F-B2A3-D19F9B599BA5}" destId="{5F9E4D90-FC93-454A-B71D-A4D9D0850A5A}" srcOrd="3" destOrd="0" parTransId="{8AFED227-8C29-DD48-816B-9907991C71BE}" sibTransId="{0E96C260-00F4-E14C-B702-0C728DEA6C03}"/>
    <dgm:cxn modelId="{09CC4872-C986-B247-AF28-740A4320E99F}" type="presOf" srcId="{D94D9400-E9B1-4D4A-9881-35CB46EE24F9}" destId="{18F7535E-389C-3548-9EDE-D88579F2513C}" srcOrd="0" destOrd="4" presId="urn:microsoft.com/office/officeart/2005/8/layout/hList1"/>
    <dgm:cxn modelId="{B34ECA74-442F-A44F-B9E2-65D155CEAA92}" srcId="{23794F93-081A-8547-888E-0F401B051E3F}" destId="{03E0CB3B-81F8-8547-8B1D-FFEF08486F5A}" srcOrd="5" destOrd="0" parTransId="{591FC3B1-1C94-0949-9344-DE37324F74BE}" sibTransId="{D57E3A55-8032-4B45-8B05-23D46048094C}"/>
    <dgm:cxn modelId="{13F69183-DA82-9A46-9327-9F0E8C97C75C}" type="presOf" srcId="{13759B72-22BC-484F-BED6-5380E0CFD3BD}" destId="{B10A5B97-B23C-564A-8DDE-F4C164020770}" srcOrd="0" destOrd="2" presId="urn:microsoft.com/office/officeart/2005/8/layout/hList1"/>
    <dgm:cxn modelId="{0B2EF284-4204-CF44-A0B6-316436A0932B}" srcId="{23794F93-081A-8547-888E-0F401B051E3F}" destId="{33CA36D3-9E81-0740-B544-CAB3F169803D}" srcOrd="3" destOrd="0" parTransId="{C0066B4C-5FAF-F944-826B-A65F233611A3}" sibTransId="{9AF39565-C01B-2B43-BF75-00E4BC5C3A9E}"/>
    <dgm:cxn modelId="{A95E6A88-DBF3-5648-88EE-83A03D7C9A8F}" type="presOf" srcId="{C7EC757D-6D1A-D74D-A65D-548C7D4A7164}" destId="{18F7535E-389C-3548-9EDE-D88579F2513C}" srcOrd="0" destOrd="6" presId="urn:microsoft.com/office/officeart/2005/8/layout/hList1"/>
    <dgm:cxn modelId="{FA354989-53B3-C444-B003-C4B0B170934C}" srcId="{1FEDF7C5-029D-D24F-B2A3-D19F9B599BA5}" destId="{2392186D-BE98-0D45-A716-A3349229A4F9}" srcOrd="4" destOrd="0" parTransId="{07B05A5D-87AB-5746-BB70-840982C1D3D4}" sibTransId="{C9804431-8BC4-CE49-9493-3D4F859FCC85}"/>
    <dgm:cxn modelId="{ADBEA4A2-73D3-A949-A1F4-04E795F8226F}" srcId="{20805760-120E-4A45-A5B9-948C5B195D53}" destId="{F5101B45-4355-784A-ADE7-551B47498F94}" srcOrd="5" destOrd="0" parTransId="{2F9AE855-CBC9-104A-A37B-393182829E7E}" sibTransId="{ABF167CC-BE70-2C4A-8BC9-5AFF5900E6D2}"/>
    <dgm:cxn modelId="{DF6A8DA4-F9BA-A548-B2AE-AFA503795E70}" srcId="{23794F93-081A-8547-888E-0F401B051E3F}" destId="{C2D1C91E-0761-374B-BA2F-40A4259A2883}" srcOrd="2" destOrd="0" parTransId="{44B5D7EC-A211-6743-A332-A715EE164FF6}" sibTransId="{F7E2FDCC-59BB-C044-A73D-4E4D42D5B047}"/>
    <dgm:cxn modelId="{E04816B4-E5A1-BB40-B886-C8FEBF6084CF}" srcId="{DA792F6B-9DB5-B44D-9658-295245212799}" destId="{1FEDF7C5-029D-D24F-B2A3-D19F9B599BA5}" srcOrd="1" destOrd="0" parTransId="{B85394F6-09A6-3543-9185-091C01F043FB}" sibTransId="{B30BD6DC-1830-3F43-B052-A3090FA60C16}"/>
    <dgm:cxn modelId="{3326BBBA-82B8-174B-B6B2-103E74CA2996}" type="presOf" srcId="{FF120A9F-04F0-2A4A-99DD-17DE17A38EED}" destId="{B10A5B97-B23C-564A-8DDE-F4C164020770}" srcOrd="0" destOrd="0" presId="urn:microsoft.com/office/officeart/2005/8/layout/hList1"/>
    <dgm:cxn modelId="{80766DBB-B49E-D645-9489-3F1318BB67DD}" type="presOf" srcId="{5F9E4D90-FC93-454A-B71D-A4D9D0850A5A}" destId="{B10A5B97-B23C-564A-8DDE-F4C164020770}" srcOrd="0" destOrd="3" presId="urn:microsoft.com/office/officeart/2005/8/layout/hList1"/>
    <dgm:cxn modelId="{A06804BD-8D88-A34A-A928-E247E3677170}" type="presOf" srcId="{C4CBD437-ED1A-1046-A846-666123301333}" destId="{18F7535E-389C-3548-9EDE-D88579F2513C}" srcOrd="0" destOrd="7" presId="urn:microsoft.com/office/officeart/2005/8/layout/hList1"/>
    <dgm:cxn modelId="{76C3FDBF-561C-9D49-A020-56BD5FE397F2}" srcId="{20805760-120E-4A45-A5B9-948C5B195D53}" destId="{4713734E-909A-CE41-9C56-E79CBC5872E5}" srcOrd="4" destOrd="0" parTransId="{323A1AC5-5C79-D847-A99E-E0F33B2467A1}" sibTransId="{4C11901B-FEB5-7B40-A779-00A615067D15}"/>
    <dgm:cxn modelId="{EF3BDBD9-3EFA-6A4E-B14E-20DC41089C74}" srcId="{23794F93-081A-8547-888E-0F401B051E3F}" destId="{F5E7D803-04B9-0147-80B0-D99FA145D935}" srcOrd="1" destOrd="0" parTransId="{A5961115-7ED6-D34A-B36C-BE167BF16B9E}" sibTransId="{D1CDA977-73FB-2542-9853-E2979A20D05A}"/>
    <dgm:cxn modelId="{7C4F80DB-1F55-B144-8A31-D04524D1E48F}" type="presOf" srcId="{FE10F66D-1621-9A49-89EE-A51A4AC0107C}" destId="{6BD44E4E-80BC-6A41-AE86-BE9A6A580161}" srcOrd="0" destOrd="0" presId="urn:microsoft.com/office/officeart/2005/8/layout/hList1"/>
    <dgm:cxn modelId="{633527DC-8979-8541-9E94-1C144E62D483}" srcId="{20805760-120E-4A45-A5B9-948C5B195D53}" destId="{E034DE31-D20D-8F4D-9EF4-4DF08C82EA03}" srcOrd="1" destOrd="0" parTransId="{E5756100-80D8-E344-B41C-E3F9E96F9DDC}" sibTransId="{CD49336A-48D1-DB42-AC8D-022F611C2D5A}"/>
    <dgm:cxn modelId="{C0ABCEE2-9804-224B-8FF8-81DBCD1AC132}" srcId="{23794F93-081A-8547-888E-0F401B051E3F}" destId="{F4DE98B4-CE86-0F41-9438-E45B604D8D08}" srcOrd="0" destOrd="0" parTransId="{98CEBF51-A890-E445-9911-62B45158EE29}" sibTransId="{7BB4E061-FC3F-BB49-A466-B23EAD0B4AF2}"/>
    <dgm:cxn modelId="{32278FE7-60FC-4B4A-88A1-8EACC2BB70F5}" type="presOf" srcId="{2392186D-BE98-0D45-A716-A3349229A4F9}" destId="{B10A5B97-B23C-564A-8DDE-F4C164020770}" srcOrd="0" destOrd="4" presId="urn:microsoft.com/office/officeart/2005/8/layout/hList1"/>
    <dgm:cxn modelId="{AF9C25E9-99AC-F945-B92C-F277E1E7A76E}" srcId="{20805760-120E-4A45-A5B9-948C5B195D53}" destId="{81D33A3C-2474-6342-86C5-DD9D1C1925A9}" srcOrd="3" destOrd="0" parTransId="{ACEC4213-BC98-7746-A26A-FCDDA87C0532}" sibTransId="{209A19D0-4282-C740-B7CB-BED4C51A3E88}"/>
    <dgm:cxn modelId="{3EABEEF6-065E-A142-87BD-5C740699D6E7}" type="presOf" srcId="{03E0CB3B-81F8-8547-8B1D-FFEF08486F5A}" destId="{18F7535E-389C-3548-9EDE-D88579F2513C}" srcOrd="0" destOrd="5" presId="urn:microsoft.com/office/officeart/2005/8/layout/hList1"/>
    <dgm:cxn modelId="{11F550F8-555D-AA49-AC27-9B0E7EC4B11B}" srcId="{1FEDF7C5-029D-D24F-B2A3-D19F9B599BA5}" destId="{EF216306-D243-5148-98A3-E8E88A09AAB0}" srcOrd="1" destOrd="0" parTransId="{DBE8CB83-2823-4047-BE19-8D766A288CE0}" sibTransId="{83D396E9-DFA6-4B41-AA94-9C596B037F02}"/>
    <dgm:cxn modelId="{995FA8F9-7D8E-6D4A-B409-32EEDCBDD2AC}" type="presOf" srcId="{F5E7D803-04B9-0147-80B0-D99FA145D935}" destId="{18F7535E-389C-3548-9EDE-D88579F2513C}" srcOrd="0" destOrd="1" presId="urn:microsoft.com/office/officeart/2005/8/layout/hList1"/>
    <dgm:cxn modelId="{12A4F4F9-84CF-9343-8DE8-A5734DE566C2}" srcId="{1FEDF7C5-029D-D24F-B2A3-D19F9B599BA5}" destId="{11127053-54D3-9747-8772-6F07944837F8}" srcOrd="5" destOrd="0" parTransId="{BA59C3A7-696F-BF43-A9DE-537DF2EA6F64}" sibTransId="{2EBB2D26-19DF-7F4D-BCEA-A73EAB5EEA86}"/>
    <dgm:cxn modelId="{1A335FFA-19C4-4143-987E-4A9DD92739D2}" type="presOf" srcId="{23794F93-081A-8547-888E-0F401B051E3F}" destId="{BF633FA2-AE52-014E-A43B-6141831B042B}" srcOrd="0" destOrd="0" presId="urn:microsoft.com/office/officeart/2005/8/layout/hList1"/>
    <dgm:cxn modelId="{43518FC7-06ED-FF4A-988F-09B8BA037181}" type="presParOf" srcId="{EE573799-A54E-6D41-89B8-99ECD3048951}" destId="{3BAE5643-4138-814F-BE99-C712C58C3ED4}" srcOrd="0" destOrd="0" presId="urn:microsoft.com/office/officeart/2005/8/layout/hList1"/>
    <dgm:cxn modelId="{76C86BA2-6856-BF43-8A7D-D14A52FEA155}" type="presParOf" srcId="{3BAE5643-4138-814F-BE99-C712C58C3ED4}" destId="{BF633FA2-AE52-014E-A43B-6141831B042B}" srcOrd="0" destOrd="0" presId="urn:microsoft.com/office/officeart/2005/8/layout/hList1"/>
    <dgm:cxn modelId="{2884A29D-7491-5348-9563-D775837D22A9}" type="presParOf" srcId="{3BAE5643-4138-814F-BE99-C712C58C3ED4}" destId="{18F7535E-389C-3548-9EDE-D88579F2513C}" srcOrd="1" destOrd="0" presId="urn:microsoft.com/office/officeart/2005/8/layout/hList1"/>
    <dgm:cxn modelId="{2195D1FA-3CCB-2043-80E2-3ACD35E8DBCB}" type="presParOf" srcId="{EE573799-A54E-6D41-89B8-99ECD3048951}" destId="{516B899E-84CB-0946-BEEE-FAB2B954F3B5}" srcOrd="1" destOrd="0" presId="urn:microsoft.com/office/officeart/2005/8/layout/hList1"/>
    <dgm:cxn modelId="{65E0C935-ED8F-EA40-9140-2D3749A15692}" type="presParOf" srcId="{EE573799-A54E-6D41-89B8-99ECD3048951}" destId="{F0248B8E-8DC2-7648-8A76-6524785528E8}" srcOrd="2" destOrd="0" presId="urn:microsoft.com/office/officeart/2005/8/layout/hList1"/>
    <dgm:cxn modelId="{A7B7CFE4-1B48-884D-97A5-1DAEDAE1069E}" type="presParOf" srcId="{F0248B8E-8DC2-7648-8A76-6524785528E8}" destId="{1D990C93-A01C-8845-B988-F19C7E414188}" srcOrd="0" destOrd="0" presId="urn:microsoft.com/office/officeart/2005/8/layout/hList1"/>
    <dgm:cxn modelId="{039D2E9D-FF1D-A449-A1C4-682E62E07188}" type="presParOf" srcId="{F0248B8E-8DC2-7648-8A76-6524785528E8}" destId="{B10A5B97-B23C-564A-8DDE-F4C164020770}" srcOrd="1" destOrd="0" presId="urn:microsoft.com/office/officeart/2005/8/layout/hList1"/>
    <dgm:cxn modelId="{6E879B4C-09A8-E748-852D-B257036324A9}" type="presParOf" srcId="{EE573799-A54E-6D41-89B8-99ECD3048951}" destId="{CC5C63FE-1D94-5F46-8F35-B7B8514692F5}" srcOrd="3" destOrd="0" presId="urn:microsoft.com/office/officeart/2005/8/layout/hList1"/>
    <dgm:cxn modelId="{081DA8B3-042D-8E4D-B73A-8BF9451F1CD1}" type="presParOf" srcId="{EE573799-A54E-6D41-89B8-99ECD3048951}" destId="{C6880709-082D-BC48-BE76-AD545515E860}" srcOrd="4" destOrd="0" presId="urn:microsoft.com/office/officeart/2005/8/layout/hList1"/>
    <dgm:cxn modelId="{C9221BBB-0D90-6E41-8B97-FC88CD3B3089}" type="presParOf" srcId="{C6880709-082D-BC48-BE76-AD545515E860}" destId="{1D6DDC45-9BDB-2C47-8289-A07BDB145D4B}" srcOrd="0" destOrd="0" presId="urn:microsoft.com/office/officeart/2005/8/layout/hList1"/>
    <dgm:cxn modelId="{F6DF0644-99E8-4D41-A482-2FE7F5E9E550}" type="presParOf" srcId="{C6880709-082D-BC48-BE76-AD545515E860}" destId="{6BD44E4E-80BC-6A41-AE86-BE9A6A58016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8CA1C6-D3F4-ED4E-8F9F-5C7A253AA076}">
      <dsp:nvSpPr>
        <dsp:cNvPr id="0" name=""/>
        <dsp:cNvSpPr/>
      </dsp:nvSpPr>
      <dsp:spPr>
        <a:xfrm rot="5400000">
          <a:off x="2314256" y="-882825"/>
          <a:ext cx="525355" cy="2425349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Sample and sample preparation.</a:t>
          </a:r>
        </a:p>
      </dsp:txBody>
      <dsp:txXfrm rot="-5400000">
        <a:off x="1364259" y="92818"/>
        <a:ext cx="2399703" cy="474063"/>
      </dsp:txXfrm>
    </dsp:sp>
    <dsp:sp modelId="{F3C5457F-C3F3-2D4C-8C65-6BC2D8D17209}">
      <dsp:nvSpPr>
        <dsp:cNvPr id="0" name=""/>
        <dsp:cNvSpPr/>
      </dsp:nvSpPr>
      <dsp:spPr>
        <a:xfrm>
          <a:off x="0" y="8246"/>
          <a:ext cx="1364259" cy="65669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Samples</a:t>
          </a:r>
        </a:p>
      </dsp:txBody>
      <dsp:txXfrm>
        <a:off x="32057" y="40303"/>
        <a:ext cx="1300145" cy="592580"/>
      </dsp:txXfrm>
    </dsp:sp>
    <dsp:sp modelId="{D2069653-5216-3D44-93F5-413079A97CE7}">
      <dsp:nvSpPr>
        <dsp:cNvPr id="0" name=""/>
        <dsp:cNvSpPr/>
      </dsp:nvSpPr>
      <dsp:spPr>
        <a:xfrm rot="5400000">
          <a:off x="2314256" y="-193296"/>
          <a:ext cx="525355" cy="2425349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Analytical hardware and software.</a:t>
          </a:r>
        </a:p>
      </dsp:txBody>
      <dsp:txXfrm rot="-5400000">
        <a:off x="1364259" y="782347"/>
        <a:ext cx="2399703" cy="474063"/>
      </dsp:txXfrm>
    </dsp:sp>
    <dsp:sp modelId="{8EF4B87F-F77D-5F42-96B9-0A6680280896}">
      <dsp:nvSpPr>
        <dsp:cNvPr id="0" name=""/>
        <dsp:cNvSpPr/>
      </dsp:nvSpPr>
      <dsp:spPr>
        <a:xfrm>
          <a:off x="0" y="691030"/>
          <a:ext cx="1364259" cy="65669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Instrument &amp; Software</a:t>
          </a:r>
        </a:p>
      </dsp:txBody>
      <dsp:txXfrm>
        <a:off x="32057" y="723087"/>
        <a:ext cx="1300145" cy="592580"/>
      </dsp:txXfrm>
    </dsp:sp>
    <dsp:sp modelId="{B16A41D8-4F89-3345-83D8-70EDC63A69A8}">
      <dsp:nvSpPr>
        <dsp:cNvPr id="0" name=""/>
        <dsp:cNvSpPr/>
      </dsp:nvSpPr>
      <dsp:spPr>
        <a:xfrm rot="5400000">
          <a:off x="2314256" y="496232"/>
          <a:ext cx="525355" cy="2425349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How raw data is generated.</a:t>
          </a:r>
        </a:p>
      </dsp:txBody>
      <dsp:txXfrm rot="-5400000">
        <a:off x="1364259" y="1471875"/>
        <a:ext cx="2399703" cy="474063"/>
      </dsp:txXfrm>
    </dsp:sp>
    <dsp:sp modelId="{7F8FD23C-4BB0-E246-94DB-1AF2A1906D0E}">
      <dsp:nvSpPr>
        <dsp:cNvPr id="0" name=""/>
        <dsp:cNvSpPr/>
      </dsp:nvSpPr>
      <dsp:spPr>
        <a:xfrm>
          <a:off x="0" y="1380559"/>
          <a:ext cx="1364259" cy="65669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Measurement Info</a:t>
          </a:r>
        </a:p>
      </dsp:txBody>
      <dsp:txXfrm>
        <a:off x="32057" y="1412616"/>
        <a:ext cx="1300145" cy="592580"/>
      </dsp:txXfrm>
    </dsp:sp>
    <dsp:sp modelId="{63BF7112-70B1-1F41-B557-EFE6527D4864}">
      <dsp:nvSpPr>
        <dsp:cNvPr id="0" name=""/>
        <dsp:cNvSpPr/>
      </dsp:nvSpPr>
      <dsp:spPr>
        <a:xfrm rot="5400000">
          <a:off x="2314256" y="1185761"/>
          <a:ext cx="525355" cy="2425349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How raw data is processed.</a:t>
          </a:r>
        </a:p>
      </dsp:txBody>
      <dsp:txXfrm rot="-5400000">
        <a:off x="1364259" y="2161404"/>
        <a:ext cx="2399703" cy="474063"/>
      </dsp:txXfrm>
    </dsp:sp>
    <dsp:sp modelId="{C9109870-C3EB-4348-9056-F14FD44BE617}">
      <dsp:nvSpPr>
        <dsp:cNvPr id="0" name=""/>
        <dsp:cNvSpPr/>
      </dsp:nvSpPr>
      <dsp:spPr>
        <a:xfrm>
          <a:off x="0" y="2070088"/>
          <a:ext cx="1364259" cy="65669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Data Processing</a:t>
          </a:r>
        </a:p>
      </dsp:txBody>
      <dsp:txXfrm>
        <a:off x="32057" y="2102145"/>
        <a:ext cx="1300145" cy="592580"/>
      </dsp:txXfrm>
    </dsp:sp>
    <dsp:sp modelId="{AF7D1422-E1F8-404F-BC1A-B77F9F1ADAF2}">
      <dsp:nvSpPr>
        <dsp:cNvPr id="0" name=""/>
        <dsp:cNvSpPr/>
      </dsp:nvSpPr>
      <dsp:spPr>
        <a:xfrm rot="5400000">
          <a:off x="2314256" y="1875290"/>
          <a:ext cx="525355" cy="2425349"/>
        </a:xfrm>
        <a:prstGeom prst="round2SameRect">
          <a:avLst/>
        </a:prstGeom>
        <a:solidFill>
          <a:schemeClr val="accent4">
            <a:lumMod val="40000"/>
            <a:lumOff val="60000"/>
            <a:alpha val="90000"/>
          </a:schemeClr>
        </a:solidFill>
        <a:ln w="19050" cap="flat" cmpd="sng" algn="ctr">
          <a:solidFill>
            <a:srgbClr val="00B0F0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How good data is.</a:t>
          </a:r>
        </a:p>
      </dsp:txBody>
      <dsp:txXfrm rot="-5400000">
        <a:off x="1364259" y="2850933"/>
        <a:ext cx="2399703" cy="474063"/>
      </dsp:txXfrm>
    </dsp:sp>
    <dsp:sp modelId="{ED124163-433A-3A4B-8A59-4095FEEA3476}">
      <dsp:nvSpPr>
        <dsp:cNvPr id="0" name=""/>
        <dsp:cNvSpPr/>
      </dsp:nvSpPr>
      <dsp:spPr>
        <a:xfrm>
          <a:off x="0" y="2759617"/>
          <a:ext cx="1364259" cy="656694"/>
        </a:xfrm>
        <a:prstGeom prst="roundRect">
          <a:avLst/>
        </a:prstGeom>
        <a:solidFill>
          <a:srgbClr val="0070C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QC &amp; Uncertainty</a:t>
          </a:r>
        </a:p>
      </dsp:txBody>
      <dsp:txXfrm>
        <a:off x="32057" y="2791674"/>
        <a:ext cx="1300145" cy="5925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8CA1C6-D3F4-ED4E-8F9F-5C7A253AA076}">
      <dsp:nvSpPr>
        <dsp:cNvPr id="0" name=""/>
        <dsp:cNvSpPr/>
      </dsp:nvSpPr>
      <dsp:spPr>
        <a:xfrm rot="5400000">
          <a:off x="2314256" y="-882825"/>
          <a:ext cx="525355" cy="2425349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Sample and sample preparation.</a:t>
          </a:r>
        </a:p>
      </dsp:txBody>
      <dsp:txXfrm rot="-5400000">
        <a:off x="1364259" y="92818"/>
        <a:ext cx="2399703" cy="474063"/>
      </dsp:txXfrm>
    </dsp:sp>
    <dsp:sp modelId="{F3C5457F-C3F3-2D4C-8C65-6BC2D8D17209}">
      <dsp:nvSpPr>
        <dsp:cNvPr id="0" name=""/>
        <dsp:cNvSpPr/>
      </dsp:nvSpPr>
      <dsp:spPr>
        <a:xfrm>
          <a:off x="0" y="8246"/>
          <a:ext cx="1364259" cy="65669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Samples</a:t>
          </a:r>
        </a:p>
      </dsp:txBody>
      <dsp:txXfrm>
        <a:off x="32057" y="40303"/>
        <a:ext cx="1300145" cy="592580"/>
      </dsp:txXfrm>
    </dsp:sp>
    <dsp:sp modelId="{D2069653-5216-3D44-93F5-413079A97CE7}">
      <dsp:nvSpPr>
        <dsp:cNvPr id="0" name=""/>
        <dsp:cNvSpPr/>
      </dsp:nvSpPr>
      <dsp:spPr>
        <a:xfrm rot="5400000">
          <a:off x="2314256" y="-193296"/>
          <a:ext cx="525355" cy="2425349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Analytical hardware and software.</a:t>
          </a:r>
        </a:p>
      </dsp:txBody>
      <dsp:txXfrm rot="-5400000">
        <a:off x="1364259" y="782347"/>
        <a:ext cx="2399703" cy="474063"/>
      </dsp:txXfrm>
    </dsp:sp>
    <dsp:sp modelId="{8EF4B87F-F77D-5F42-96B9-0A6680280896}">
      <dsp:nvSpPr>
        <dsp:cNvPr id="0" name=""/>
        <dsp:cNvSpPr/>
      </dsp:nvSpPr>
      <dsp:spPr>
        <a:xfrm>
          <a:off x="0" y="691030"/>
          <a:ext cx="1364259" cy="65669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Instrument &amp; Software</a:t>
          </a:r>
        </a:p>
      </dsp:txBody>
      <dsp:txXfrm>
        <a:off x="32057" y="723087"/>
        <a:ext cx="1300145" cy="592580"/>
      </dsp:txXfrm>
    </dsp:sp>
    <dsp:sp modelId="{B16A41D8-4F89-3345-83D8-70EDC63A69A8}">
      <dsp:nvSpPr>
        <dsp:cNvPr id="0" name=""/>
        <dsp:cNvSpPr/>
      </dsp:nvSpPr>
      <dsp:spPr>
        <a:xfrm rot="5400000">
          <a:off x="2314256" y="496232"/>
          <a:ext cx="525355" cy="2425349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How raw data is generated.</a:t>
          </a:r>
        </a:p>
      </dsp:txBody>
      <dsp:txXfrm rot="-5400000">
        <a:off x="1364259" y="1471875"/>
        <a:ext cx="2399703" cy="474063"/>
      </dsp:txXfrm>
    </dsp:sp>
    <dsp:sp modelId="{7F8FD23C-4BB0-E246-94DB-1AF2A1906D0E}">
      <dsp:nvSpPr>
        <dsp:cNvPr id="0" name=""/>
        <dsp:cNvSpPr/>
      </dsp:nvSpPr>
      <dsp:spPr>
        <a:xfrm>
          <a:off x="0" y="1380559"/>
          <a:ext cx="1364259" cy="65669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Measurement Info</a:t>
          </a:r>
        </a:p>
      </dsp:txBody>
      <dsp:txXfrm>
        <a:off x="32057" y="1412616"/>
        <a:ext cx="1300145" cy="592580"/>
      </dsp:txXfrm>
    </dsp:sp>
    <dsp:sp modelId="{63BF7112-70B1-1F41-B557-EFE6527D4864}">
      <dsp:nvSpPr>
        <dsp:cNvPr id="0" name=""/>
        <dsp:cNvSpPr/>
      </dsp:nvSpPr>
      <dsp:spPr>
        <a:xfrm rot="5400000">
          <a:off x="2314256" y="1185761"/>
          <a:ext cx="525355" cy="2425349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How raw data is processed.</a:t>
          </a:r>
        </a:p>
      </dsp:txBody>
      <dsp:txXfrm rot="-5400000">
        <a:off x="1364259" y="2161404"/>
        <a:ext cx="2399703" cy="474063"/>
      </dsp:txXfrm>
    </dsp:sp>
    <dsp:sp modelId="{C9109870-C3EB-4348-9056-F14FD44BE617}">
      <dsp:nvSpPr>
        <dsp:cNvPr id="0" name=""/>
        <dsp:cNvSpPr/>
      </dsp:nvSpPr>
      <dsp:spPr>
        <a:xfrm>
          <a:off x="0" y="2070088"/>
          <a:ext cx="1364259" cy="65669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Data Processing</a:t>
          </a:r>
        </a:p>
      </dsp:txBody>
      <dsp:txXfrm>
        <a:off x="32057" y="2102145"/>
        <a:ext cx="1300145" cy="592580"/>
      </dsp:txXfrm>
    </dsp:sp>
    <dsp:sp modelId="{AF7D1422-E1F8-404F-BC1A-B77F9F1ADAF2}">
      <dsp:nvSpPr>
        <dsp:cNvPr id="0" name=""/>
        <dsp:cNvSpPr/>
      </dsp:nvSpPr>
      <dsp:spPr>
        <a:xfrm rot="5400000">
          <a:off x="2314256" y="1875290"/>
          <a:ext cx="525355" cy="2425349"/>
        </a:xfrm>
        <a:prstGeom prst="round2SameRect">
          <a:avLst/>
        </a:prstGeom>
        <a:solidFill>
          <a:schemeClr val="accent4">
            <a:lumMod val="40000"/>
            <a:lumOff val="60000"/>
            <a:alpha val="90000"/>
          </a:schemeClr>
        </a:solidFill>
        <a:ln w="19050" cap="flat" cmpd="sng" algn="ctr">
          <a:solidFill>
            <a:srgbClr val="00B0F0">
              <a:alpha val="9000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How good data is.</a:t>
          </a:r>
        </a:p>
      </dsp:txBody>
      <dsp:txXfrm rot="-5400000">
        <a:off x="1364259" y="2850933"/>
        <a:ext cx="2399703" cy="474063"/>
      </dsp:txXfrm>
    </dsp:sp>
    <dsp:sp modelId="{ED124163-433A-3A4B-8A59-4095FEEA3476}">
      <dsp:nvSpPr>
        <dsp:cNvPr id="0" name=""/>
        <dsp:cNvSpPr/>
      </dsp:nvSpPr>
      <dsp:spPr>
        <a:xfrm>
          <a:off x="0" y="2759617"/>
          <a:ext cx="1364259" cy="656694"/>
        </a:xfrm>
        <a:prstGeom prst="roundRect">
          <a:avLst/>
        </a:prstGeom>
        <a:solidFill>
          <a:srgbClr val="0070C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QC &amp; Uncertainty</a:t>
          </a:r>
        </a:p>
      </dsp:txBody>
      <dsp:txXfrm>
        <a:off x="32057" y="2791674"/>
        <a:ext cx="1300145" cy="5925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2BE206-30D2-CD4F-9BC6-4D1F0431D022}">
      <dsp:nvSpPr>
        <dsp:cNvPr id="0" name=""/>
        <dsp:cNvSpPr/>
      </dsp:nvSpPr>
      <dsp:spPr>
        <a:xfrm>
          <a:off x="0" y="3997312"/>
          <a:ext cx="10882169" cy="788532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2400" b="1" kern="1200" dirty="0"/>
            <a:t>Data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1400" b="0" i="1" kern="1200" dirty="0"/>
            <a:t>The product of a procedure</a:t>
          </a:r>
        </a:p>
      </dsp:txBody>
      <dsp:txXfrm>
        <a:off x="0" y="3997312"/>
        <a:ext cx="3264650" cy="788532"/>
      </dsp:txXfrm>
    </dsp:sp>
    <dsp:sp modelId="{E990D230-1044-1549-900F-250EDEF2C090}">
      <dsp:nvSpPr>
        <dsp:cNvPr id="0" name=""/>
        <dsp:cNvSpPr/>
      </dsp:nvSpPr>
      <dsp:spPr>
        <a:xfrm>
          <a:off x="0" y="3077358"/>
          <a:ext cx="10882169" cy="788532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2000" b="1" kern="1200" dirty="0"/>
            <a:t>Measurement/Analysis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1400" b="0" i="1" kern="1200" dirty="0"/>
            <a:t>The implementation of a procedure</a:t>
          </a:r>
        </a:p>
      </dsp:txBody>
      <dsp:txXfrm>
        <a:off x="0" y="3077358"/>
        <a:ext cx="3264650" cy="788532"/>
      </dsp:txXfrm>
    </dsp:sp>
    <dsp:sp modelId="{348091E3-23F9-7B46-91CE-C3FAF6AAB5B9}">
      <dsp:nvSpPr>
        <dsp:cNvPr id="0" name=""/>
        <dsp:cNvSpPr/>
      </dsp:nvSpPr>
      <dsp:spPr>
        <a:xfrm>
          <a:off x="0" y="2157404"/>
          <a:ext cx="10882169" cy="788532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2400" b="1" kern="1200" dirty="0"/>
            <a:t>Procedure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1400" i="1" kern="1200" dirty="0"/>
            <a:t>The “recipe” of a method</a:t>
          </a:r>
        </a:p>
      </dsp:txBody>
      <dsp:txXfrm>
        <a:off x="0" y="2157404"/>
        <a:ext cx="3264650" cy="788532"/>
      </dsp:txXfrm>
    </dsp:sp>
    <dsp:sp modelId="{01A8851F-7AB1-C44D-A69A-D4E59505F4BA}">
      <dsp:nvSpPr>
        <dsp:cNvPr id="0" name=""/>
        <dsp:cNvSpPr/>
      </dsp:nvSpPr>
      <dsp:spPr>
        <a:xfrm>
          <a:off x="0" y="1237450"/>
          <a:ext cx="10882169" cy="788532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2400" b="1" u="none" kern="1200" dirty="0"/>
            <a:t>Method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1400" i="1" kern="1200" dirty="0"/>
            <a:t>The application of a technique</a:t>
          </a:r>
          <a:endParaRPr lang="en-US" sz="1400" kern="1200" dirty="0"/>
        </a:p>
      </dsp:txBody>
      <dsp:txXfrm>
        <a:off x="0" y="1237450"/>
        <a:ext cx="3264650" cy="788532"/>
      </dsp:txXfrm>
    </dsp:sp>
    <dsp:sp modelId="{8BD55588-4678-5542-A4B4-C5269E8A4E33}">
      <dsp:nvSpPr>
        <dsp:cNvPr id="0" name=""/>
        <dsp:cNvSpPr/>
      </dsp:nvSpPr>
      <dsp:spPr>
        <a:xfrm>
          <a:off x="0" y="317496"/>
          <a:ext cx="10882169" cy="788532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2400" b="1" u="none" kern="1200" dirty="0"/>
            <a:t>Technique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ts val="408"/>
            </a:spcAft>
            <a:buNone/>
          </a:pPr>
          <a:r>
            <a:rPr lang="en-US" sz="1400" i="1" kern="1200" dirty="0"/>
            <a:t>The principle(s) of a measurement</a:t>
          </a:r>
        </a:p>
      </dsp:txBody>
      <dsp:txXfrm>
        <a:off x="0" y="317496"/>
        <a:ext cx="3264650" cy="788532"/>
      </dsp:txXfrm>
    </dsp:sp>
    <dsp:sp modelId="{74A0D09A-AE7B-A947-87D8-BCFA7A093962}">
      <dsp:nvSpPr>
        <dsp:cNvPr id="0" name=""/>
        <dsp:cNvSpPr/>
      </dsp:nvSpPr>
      <dsp:spPr>
        <a:xfrm>
          <a:off x="5813629" y="383207"/>
          <a:ext cx="2438703" cy="6571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WDS on Electron Probe Micro-Analysis (EPMA)</a:t>
          </a:r>
        </a:p>
      </dsp:txBody>
      <dsp:txXfrm>
        <a:off x="5832875" y="402453"/>
        <a:ext cx="2400211" cy="618618"/>
      </dsp:txXfrm>
    </dsp:sp>
    <dsp:sp modelId="{848E5F57-3549-4E48-9BF7-D7192A242FC0}">
      <dsp:nvSpPr>
        <dsp:cNvPr id="0" name=""/>
        <dsp:cNvSpPr/>
      </dsp:nvSpPr>
      <dsp:spPr>
        <a:xfrm>
          <a:off x="4722199" y="1040317"/>
          <a:ext cx="2310781" cy="262844"/>
        </a:xfrm>
        <a:custGeom>
          <a:avLst/>
          <a:gdLst/>
          <a:ahLst/>
          <a:cxnLst/>
          <a:rect l="0" t="0" r="0" b="0"/>
          <a:pathLst>
            <a:path>
              <a:moveTo>
                <a:pt x="2310781" y="0"/>
              </a:moveTo>
              <a:lnTo>
                <a:pt x="2310781" y="131422"/>
              </a:lnTo>
              <a:lnTo>
                <a:pt x="0" y="131422"/>
              </a:lnTo>
              <a:lnTo>
                <a:pt x="0" y="262844"/>
              </a:lnTo>
            </a:path>
          </a:pathLst>
        </a:custGeom>
        <a:noFill/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15C876-BE5D-8F48-8364-7540B7EA3277}">
      <dsp:nvSpPr>
        <dsp:cNvPr id="0" name=""/>
        <dsp:cNvSpPr/>
      </dsp:nvSpPr>
      <dsp:spPr>
        <a:xfrm>
          <a:off x="3448749" y="1303161"/>
          <a:ext cx="2546899" cy="657110"/>
        </a:xfrm>
        <a:prstGeom prst="roundRect">
          <a:avLst>
            <a:gd name="adj" fmla="val 10000"/>
          </a:avLst>
        </a:prstGeom>
        <a:solidFill>
          <a:srgbClr val="0070C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“Olivine major element composition analysis by EPMA-WDS” </a:t>
          </a:r>
        </a:p>
      </dsp:txBody>
      <dsp:txXfrm>
        <a:off x="3467995" y="1322407"/>
        <a:ext cx="2508407" cy="618618"/>
      </dsp:txXfrm>
    </dsp:sp>
    <dsp:sp modelId="{8681C9DB-0C42-0842-8343-896A310F3AA8}">
      <dsp:nvSpPr>
        <dsp:cNvPr id="0" name=""/>
        <dsp:cNvSpPr/>
      </dsp:nvSpPr>
      <dsp:spPr>
        <a:xfrm>
          <a:off x="3761176" y="1960271"/>
          <a:ext cx="961023" cy="262844"/>
        </a:xfrm>
        <a:custGeom>
          <a:avLst/>
          <a:gdLst/>
          <a:ahLst/>
          <a:cxnLst/>
          <a:rect l="0" t="0" r="0" b="0"/>
          <a:pathLst>
            <a:path>
              <a:moveTo>
                <a:pt x="961023" y="0"/>
              </a:moveTo>
              <a:lnTo>
                <a:pt x="961023" y="131422"/>
              </a:lnTo>
              <a:lnTo>
                <a:pt x="0" y="131422"/>
              </a:lnTo>
              <a:lnTo>
                <a:pt x="0" y="262844"/>
              </a:lnTo>
            </a:path>
          </a:pathLst>
        </a:custGeom>
        <a:noFill/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0FEF0C-27AB-9A43-B603-128FBFA09DC8}">
      <dsp:nvSpPr>
        <dsp:cNvPr id="0" name=""/>
        <dsp:cNvSpPr/>
      </dsp:nvSpPr>
      <dsp:spPr>
        <a:xfrm>
          <a:off x="3268343" y="2223115"/>
          <a:ext cx="985665" cy="657110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Procedure A (LDEO)</a:t>
          </a:r>
        </a:p>
      </dsp:txBody>
      <dsp:txXfrm>
        <a:off x="3287589" y="2242361"/>
        <a:ext cx="947173" cy="618618"/>
      </dsp:txXfrm>
    </dsp:sp>
    <dsp:sp modelId="{E7E688CA-B0BA-6347-AE5A-2C45B1F8037B}">
      <dsp:nvSpPr>
        <dsp:cNvPr id="0" name=""/>
        <dsp:cNvSpPr/>
      </dsp:nvSpPr>
      <dsp:spPr>
        <a:xfrm>
          <a:off x="3715456" y="2880225"/>
          <a:ext cx="91440" cy="2628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2844"/>
              </a:lnTo>
            </a:path>
          </a:pathLst>
        </a:custGeom>
        <a:noFill/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B931D1-960A-8845-A9B6-417DE61F8999}">
      <dsp:nvSpPr>
        <dsp:cNvPr id="0" name=""/>
        <dsp:cNvSpPr/>
      </dsp:nvSpPr>
      <dsp:spPr>
        <a:xfrm>
          <a:off x="3268343" y="3143069"/>
          <a:ext cx="985665" cy="657110"/>
        </a:xfrm>
        <a:prstGeom prst="roundRect">
          <a:avLst>
            <a:gd name="adj" fmla="val 10000"/>
          </a:avLst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Session 03/01/2026</a:t>
          </a:r>
        </a:p>
      </dsp:txBody>
      <dsp:txXfrm>
        <a:off x="3287589" y="3162315"/>
        <a:ext cx="947173" cy="618618"/>
      </dsp:txXfrm>
    </dsp:sp>
    <dsp:sp modelId="{AC7175C3-40C6-7C49-9286-7BC714C0BE33}">
      <dsp:nvSpPr>
        <dsp:cNvPr id="0" name=""/>
        <dsp:cNvSpPr/>
      </dsp:nvSpPr>
      <dsp:spPr>
        <a:xfrm>
          <a:off x="3715456" y="3800179"/>
          <a:ext cx="91440" cy="2628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2844"/>
              </a:lnTo>
            </a:path>
          </a:pathLst>
        </a:custGeom>
        <a:noFill/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1CC3EF-3CEA-6C4A-A41E-E7FA0299CA26}">
      <dsp:nvSpPr>
        <dsp:cNvPr id="0" name=""/>
        <dsp:cNvSpPr/>
      </dsp:nvSpPr>
      <dsp:spPr>
        <a:xfrm>
          <a:off x="3268343" y="4063023"/>
          <a:ext cx="985665" cy="657110"/>
        </a:xfrm>
        <a:prstGeom prst="roundRect">
          <a:avLst>
            <a:gd name="adj" fmla="val 10000"/>
          </a:avLst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Dataset A</a:t>
          </a:r>
        </a:p>
      </dsp:txBody>
      <dsp:txXfrm>
        <a:off x="3287589" y="4082269"/>
        <a:ext cx="947173" cy="618618"/>
      </dsp:txXfrm>
    </dsp:sp>
    <dsp:sp modelId="{65B2F8F6-0DD9-5A45-903F-B69BF4B60F2A}">
      <dsp:nvSpPr>
        <dsp:cNvPr id="0" name=""/>
        <dsp:cNvSpPr/>
      </dsp:nvSpPr>
      <dsp:spPr>
        <a:xfrm>
          <a:off x="4722199" y="1960271"/>
          <a:ext cx="961023" cy="2628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422"/>
              </a:lnTo>
              <a:lnTo>
                <a:pt x="961023" y="131422"/>
              </a:lnTo>
              <a:lnTo>
                <a:pt x="961023" y="262844"/>
              </a:lnTo>
            </a:path>
          </a:pathLst>
        </a:custGeom>
        <a:noFill/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36F25B-C5F7-9546-B7F9-5B517B9B3482}">
      <dsp:nvSpPr>
        <dsp:cNvPr id="0" name=""/>
        <dsp:cNvSpPr/>
      </dsp:nvSpPr>
      <dsp:spPr>
        <a:xfrm>
          <a:off x="5190390" y="2223115"/>
          <a:ext cx="985665" cy="657110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Procedure B (NASA JSC)</a:t>
          </a:r>
        </a:p>
      </dsp:txBody>
      <dsp:txXfrm>
        <a:off x="5209636" y="2242361"/>
        <a:ext cx="947173" cy="618618"/>
      </dsp:txXfrm>
    </dsp:sp>
    <dsp:sp modelId="{66AF5F28-DD5D-8C46-A7B6-566FC9010140}">
      <dsp:nvSpPr>
        <dsp:cNvPr id="0" name=""/>
        <dsp:cNvSpPr/>
      </dsp:nvSpPr>
      <dsp:spPr>
        <a:xfrm>
          <a:off x="5042541" y="2880225"/>
          <a:ext cx="640682" cy="262844"/>
        </a:xfrm>
        <a:custGeom>
          <a:avLst/>
          <a:gdLst/>
          <a:ahLst/>
          <a:cxnLst/>
          <a:rect l="0" t="0" r="0" b="0"/>
          <a:pathLst>
            <a:path>
              <a:moveTo>
                <a:pt x="640682" y="0"/>
              </a:moveTo>
              <a:lnTo>
                <a:pt x="640682" y="131422"/>
              </a:lnTo>
              <a:lnTo>
                <a:pt x="0" y="131422"/>
              </a:lnTo>
              <a:lnTo>
                <a:pt x="0" y="262844"/>
              </a:lnTo>
            </a:path>
          </a:pathLst>
        </a:custGeom>
        <a:noFill/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6E74F9-8714-8C47-997B-DAE60AC8AA6B}">
      <dsp:nvSpPr>
        <dsp:cNvPr id="0" name=""/>
        <dsp:cNvSpPr/>
      </dsp:nvSpPr>
      <dsp:spPr>
        <a:xfrm>
          <a:off x="4549708" y="3143069"/>
          <a:ext cx="985665" cy="657110"/>
        </a:xfrm>
        <a:prstGeom prst="roundRect">
          <a:avLst>
            <a:gd name="adj" fmla="val 10000"/>
          </a:avLst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Session 05/01/2026</a:t>
          </a:r>
        </a:p>
      </dsp:txBody>
      <dsp:txXfrm>
        <a:off x="4568954" y="3162315"/>
        <a:ext cx="947173" cy="618618"/>
      </dsp:txXfrm>
    </dsp:sp>
    <dsp:sp modelId="{F09FBD9E-A720-CD4F-A239-C31A163420D3}">
      <dsp:nvSpPr>
        <dsp:cNvPr id="0" name=""/>
        <dsp:cNvSpPr/>
      </dsp:nvSpPr>
      <dsp:spPr>
        <a:xfrm>
          <a:off x="4996821" y="3800179"/>
          <a:ext cx="91440" cy="2628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2844"/>
              </a:lnTo>
            </a:path>
          </a:pathLst>
        </a:custGeom>
        <a:noFill/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1C50DD-288A-AB45-81FC-4A0037131875}">
      <dsp:nvSpPr>
        <dsp:cNvPr id="0" name=""/>
        <dsp:cNvSpPr/>
      </dsp:nvSpPr>
      <dsp:spPr>
        <a:xfrm>
          <a:off x="4549708" y="4063023"/>
          <a:ext cx="985665" cy="657110"/>
        </a:xfrm>
        <a:prstGeom prst="roundRect">
          <a:avLst>
            <a:gd name="adj" fmla="val 10000"/>
          </a:avLst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Dataset B</a:t>
          </a:r>
        </a:p>
      </dsp:txBody>
      <dsp:txXfrm>
        <a:off x="4568954" y="4082269"/>
        <a:ext cx="947173" cy="618618"/>
      </dsp:txXfrm>
    </dsp:sp>
    <dsp:sp modelId="{3809BE24-A202-944D-A8A6-50BA960F036B}">
      <dsp:nvSpPr>
        <dsp:cNvPr id="0" name=""/>
        <dsp:cNvSpPr/>
      </dsp:nvSpPr>
      <dsp:spPr>
        <a:xfrm>
          <a:off x="5683223" y="2880225"/>
          <a:ext cx="640682" cy="2628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422"/>
              </a:lnTo>
              <a:lnTo>
                <a:pt x="640682" y="131422"/>
              </a:lnTo>
              <a:lnTo>
                <a:pt x="640682" y="262844"/>
              </a:lnTo>
            </a:path>
          </a:pathLst>
        </a:custGeom>
        <a:noFill/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BC08CC-4B0B-1247-9F93-B0CED89FD641}">
      <dsp:nvSpPr>
        <dsp:cNvPr id="0" name=""/>
        <dsp:cNvSpPr/>
      </dsp:nvSpPr>
      <dsp:spPr>
        <a:xfrm>
          <a:off x="5831073" y="3143069"/>
          <a:ext cx="985665" cy="657110"/>
        </a:xfrm>
        <a:prstGeom prst="roundRect">
          <a:avLst>
            <a:gd name="adj" fmla="val 10000"/>
          </a:avLst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Session 05/20/2026</a:t>
          </a:r>
        </a:p>
      </dsp:txBody>
      <dsp:txXfrm>
        <a:off x="5850319" y="3162315"/>
        <a:ext cx="947173" cy="618618"/>
      </dsp:txXfrm>
    </dsp:sp>
    <dsp:sp modelId="{F74FBE11-A6B4-B149-8E7F-D09DDEEC7694}">
      <dsp:nvSpPr>
        <dsp:cNvPr id="0" name=""/>
        <dsp:cNvSpPr/>
      </dsp:nvSpPr>
      <dsp:spPr>
        <a:xfrm>
          <a:off x="6278185" y="3800179"/>
          <a:ext cx="91440" cy="2628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2844"/>
              </a:lnTo>
            </a:path>
          </a:pathLst>
        </a:custGeom>
        <a:noFill/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941406-84C7-3E4B-9791-216F62F8BFEB}">
      <dsp:nvSpPr>
        <dsp:cNvPr id="0" name=""/>
        <dsp:cNvSpPr/>
      </dsp:nvSpPr>
      <dsp:spPr>
        <a:xfrm>
          <a:off x="5831073" y="4063023"/>
          <a:ext cx="985665" cy="657110"/>
        </a:xfrm>
        <a:prstGeom prst="roundRect">
          <a:avLst>
            <a:gd name="adj" fmla="val 10000"/>
          </a:avLst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Dataset C</a:t>
          </a:r>
        </a:p>
      </dsp:txBody>
      <dsp:txXfrm>
        <a:off x="5850319" y="4082269"/>
        <a:ext cx="947173" cy="618618"/>
      </dsp:txXfrm>
    </dsp:sp>
    <dsp:sp modelId="{CBD7DE1D-8D05-934B-929D-D26542C04AF3}">
      <dsp:nvSpPr>
        <dsp:cNvPr id="0" name=""/>
        <dsp:cNvSpPr/>
      </dsp:nvSpPr>
      <dsp:spPr>
        <a:xfrm>
          <a:off x="7032981" y="1040317"/>
          <a:ext cx="2173995" cy="2628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422"/>
              </a:lnTo>
              <a:lnTo>
                <a:pt x="2173995" y="131422"/>
              </a:lnTo>
              <a:lnTo>
                <a:pt x="2173995" y="262844"/>
              </a:lnTo>
            </a:path>
          </a:pathLst>
        </a:custGeom>
        <a:noFill/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58B8A4-6442-A741-A29B-A261CF8294A6}">
      <dsp:nvSpPr>
        <dsp:cNvPr id="0" name=""/>
        <dsp:cNvSpPr/>
      </dsp:nvSpPr>
      <dsp:spPr>
        <a:xfrm>
          <a:off x="7796740" y="1303161"/>
          <a:ext cx="2820471" cy="657110"/>
        </a:xfrm>
        <a:prstGeom prst="roundRect">
          <a:avLst>
            <a:gd name="adj" fmla="val 10000"/>
          </a:avLst>
        </a:prstGeom>
        <a:solidFill>
          <a:srgbClr val="0070C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“Carbonate trace element composition analysis by EPMA-WDS”</a:t>
          </a:r>
        </a:p>
      </dsp:txBody>
      <dsp:txXfrm>
        <a:off x="7815986" y="1322407"/>
        <a:ext cx="2781979" cy="618618"/>
      </dsp:txXfrm>
    </dsp:sp>
    <dsp:sp modelId="{CBE016BA-6CFD-F346-A970-F85A0DE8228E}">
      <dsp:nvSpPr>
        <dsp:cNvPr id="0" name=""/>
        <dsp:cNvSpPr/>
      </dsp:nvSpPr>
      <dsp:spPr>
        <a:xfrm>
          <a:off x="8245952" y="1960271"/>
          <a:ext cx="961023" cy="262844"/>
        </a:xfrm>
        <a:custGeom>
          <a:avLst/>
          <a:gdLst/>
          <a:ahLst/>
          <a:cxnLst/>
          <a:rect l="0" t="0" r="0" b="0"/>
          <a:pathLst>
            <a:path>
              <a:moveTo>
                <a:pt x="961023" y="0"/>
              </a:moveTo>
              <a:lnTo>
                <a:pt x="961023" y="131422"/>
              </a:lnTo>
              <a:lnTo>
                <a:pt x="0" y="131422"/>
              </a:lnTo>
              <a:lnTo>
                <a:pt x="0" y="262844"/>
              </a:lnTo>
            </a:path>
          </a:pathLst>
        </a:custGeom>
        <a:noFill/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12BE6D-A214-8447-AD88-561563634CCE}">
      <dsp:nvSpPr>
        <dsp:cNvPr id="0" name=""/>
        <dsp:cNvSpPr/>
      </dsp:nvSpPr>
      <dsp:spPr>
        <a:xfrm>
          <a:off x="7753120" y="2223115"/>
          <a:ext cx="985665" cy="657110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Procedure A (NASA JSC)</a:t>
          </a:r>
        </a:p>
      </dsp:txBody>
      <dsp:txXfrm>
        <a:off x="7772366" y="2242361"/>
        <a:ext cx="947173" cy="618618"/>
      </dsp:txXfrm>
    </dsp:sp>
    <dsp:sp modelId="{A089F4F0-B0E0-894A-8802-599CEDE8BD77}">
      <dsp:nvSpPr>
        <dsp:cNvPr id="0" name=""/>
        <dsp:cNvSpPr/>
      </dsp:nvSpPr>
      <dsp:spPr>
        <a:xfrm>
          <a:off x="7605270" y="2880225"/>
          <a:ext cx="640682" cy="262844"/>
        </a:xfrm>
        <a:custGeom>
          <a:avLst/>
          <a:gdLst/>
          <a:ahLst/>
          <a:cxnLst/>
          <a:rect l="0" t="0" r="0" b="0"/>
          <a:pathLst>
            <a:path>
              <a:moveTo>
                <a:pt x="640682" y="0"/>
              </a:moveTo>
              <a:lnTo>
                <a:pt x="640682" y="131422"/>
              </a:lnTo>
              <a:lnTo>
                <a:pt x="0" y="131422"/>
              </a:lnTo>
              <a:lnTo>
                <a:pt x="0" y="262844"/>
              </a:lnTo>
            </a:path>
          </a:pathLst>
        </a:custGeom>
        <a:noFill/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B93D97-A4AA-B442-8261-77A8E9305376}">
      <dsp:nvSpPr>
        <dsp:cNvPr id="0" name=""/>
        <dsp:cNvSpPr/>
      </dsp:nvSpPr>
      <dsp:spPr>
        <a:xfrm>
          <a:off x="7112437" y="3143069"/>
          <a:ext cx="985665" cy="657110"/>
        </a:xfrm>
        <a:prstGeom prst="roundRect">
          <a:avLst>
            <a:gd name="adj" fmla="val 10000"/>
          </a:avLst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Session 04/15/2026</a:t>
          </a:r>
        </a:p>
      </dsp:txBody>
      <dsp:txXfrm>
        <a:off x="7131683" y="3162315"/>
        <a:ext cx="947173" cy="618618"/>
      </dsp:txXfrm>
    </dsp:sp>
    <dsp:sp modelId="{FBBB18F4-EF61-4644-9A52-2A5F81413501}">
      <dsp:nvSpPr>
        <dsp:cNvPr id="0" name=""/>
        <dsp:cNvSpPr/>
      </dsp:nvSpPr>
      <dsp:spPr>
        <a:xfrm>
          <a:off x="7559550" y="3800179"/>
          <a:ext cx="91440" cy="2628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2844"/>
              </a:lnTo>
            </a:path>
          </a:pathLst>
        </a:custGeom>
        <a:noFill/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01FB86-DF6A-A047-BCBC-5A55822B4EF6}">
      <dsp:nvSpPr>
        <dsp:cNvPr id="0" name=""/>
        <dsp:cNvSpPr/>
      </dsp:nvSpPr>
      <dsp:spPr>
        <a:xfrm>
          <a:off x="7112437" y="4063023"/>
          <a:ext cx="985665" cy="657110"/>
        </a:xfrm>
        <a:prstGeom prst="roundRect">
          <a:avLst>
            <a:gd name="adj" fmla="val 10000"/>
          </a:avLst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Dataset D</a:t>
          </a:r>
        </a:p>
      </dsp:txBody>
      <dsp:txXfrm>
        <a:off x="7131683" y="4082269"/>
        <a:ext cx="947173" cy="618618"/>
      </dsp:txXfrm>
    </dsp:sp>
    <dsp:sp modelId="{FC3B64D0-D65B-B84A-BC8D-1A5A9A8CAF9B}">
      <dsp:nvSpPr>
        <dsp:cNvPr id="0" name=""/>
        <dsp:cNvSpPr/>
      </dsp:nvSpPr>
      <dsp:spPr>
        <a:xfrm>
          <a:off x="8245952" y="2880225"/>
          <a:ext cx="640682" cy="2628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422"/>
              </a:lnTo>
              <a:lnTo>
                <a:pt x="640682" y="131422"/>
              </a:lnTo>
              <a:lnTo>
                <a:pt x="640682" y="262844"/>
              </a:lnTo>
            </a:path>
          </a:pathLst>
        </a:custGeom>
        <a:noFill/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04AE65-3957-5A44-8F65-FFC19B07C367}">
      <dsp:nvSpPr>
        <dsp:cNvPr id="0" name=""/>
        <dsp:cNvSpPr/>
      </dsp:nvSpPr>
      <dsp:spPr>
        <a:xfrm>
          <a:off x="8393802" y="3143069"/>
          <a:ext cx="985665" cy="657110"/>
        </a:xfrm>
        <a:prstGeom prst="roundRect">
          <a:avLst>
            <a:gd name="adj" fmla="val 10000"/>
          </a:avLst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Session 04/15/2026</a:t>
          </a:r>
        </a:p>
      </dsp:txBody>
      <dsp:txXfrm>
        <a:off x="8413048" y="3162315"/>
        <a:ext cx="947173" cy="618618"/>
      </dsp:txXfrm>
    </dsp:sp>
    <dsp:sp modelId="{249C977D-1D4E-0F4E-B739-9FFB733129CA}">
      <dsp:nvSpPr>
        <dsp:cNvPr id="0" name=""/>
        <dsp:cNvSpPr/>
      </dsp:nvSpPr>
      <dsp:spPr>
        <a:xfrm>
          <a:off x="8840915" y="3800179"/>
          <a:ext cx="91440" cy="2628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2844"/>
              </a:lnTo>
            </a:path>
          </a:pathLst>
        </a:custGeom>
        <a:noFill/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29ECEC-4CBA-EF4E-8795-42AA16BFE980}">
      <dsp:nvSpPr>
        <dsp:cNvPr id="0" name=""/>
        <dsp:cNvSpPr/>
      </dsp:nvSpPr>
      <dsp:spPr>
        <a:xfrm>
          <a:off x="8393802" y="4063023"/>
          <a:ext cx="985665" cy="657110"/>
        </a:xfrm>
        <a:prstGeom prst="roundRect">
          <a:avLst>
            <a:gd name="adj" fmla="val 10000"/>
          </a:avLst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Dataset E</a:t>
          </a:r>
        </a:p>
      </dsp:txBody>
      <dsp:txXfrm>
        <a:off x="8413048" y="4082269"/>
        <a:ext cx="947173" cy="618618"/>
      </dsp:txXfrm>
    </dsp:sp>
    <dsp:sp modelId="{F4B9F306-F5A8-C548-A465-5C45A09ABADA}">
      <dsp:nvSpPr>
        <dsp:cNvPr id="0" name=""/>
        <dsp:cNvSpPr/>
      </dsp:nvSpPr>
      <dsp:spPr>
        <a:xfrm>
          <a:off x="9206976" y="1960271"/>
          <a:ext cx="961023" cy="2628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422"/>
              </a:lnTo>
              <a:lnTo>
                <a:pt x="961023" y="131422"/>
              </a:lnTo>
              <a:lnTo>
                <a:pt x="961023" y="262844"/>
              </a:lnTo>
            </a:path>
          </a:pathLst>
        </a:custGeom>
        <a:noFill/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B45151-BC35-934D-A443-50FF33624F17}">
      <dsp:nvSpPr>
        <dsp:cNvPr id="0" name=""/>
        <dsp:cNvSpPr/>
      </dsp:nvSpPr>
      <dsp:spPr>
        <a:xfrm>
          <a:off x="9675167" y="2223115"/>
          <a:ext cx="985665" cy="657110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Procedure B (Caltech)</a:t>
          </a:r>
        </a:p>
      </dsp:txBody>
      <dsp:txXfrm>
        <a:off x="9694413" y="2242361"/>
        <a:ext cx="947173" cy="618618"/>
      </dsp:txXfrm>
    </dsp:sp>
    <dsp:sp modelId="{81117A2E-163C-2E49-B2A9-4CD38F0A1D70}">
      <dsp:nvSpPr>
        <dsp:cNvPr id="0" name=""/>
        <dsp:cNvSpPr/>
      </dsp:nvSpPr>
      <dsp:spPr>
        <a:xfrm>
          <a:off x="10122280" y="2880225"/>
          <a:ext cx="91440" cy="2628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2844"/>
              </a:lnTo>
            </a:path>
          </a:pathLst>
        </a:custGeom>
        <a:noFill/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EB3B03-69DE-704B-9F2B-16113641C9C1}">
      <dsp:nvSpPr>
        <dsp:cNvPr id="0" name=""/>
        <dsp:cNvSpPr/>
      </dsp:nvSpPr>
      <dsp:spPr>
        <a:xfrm>
          <a:off x="9675167" y="3143069"/>
          <a:ext cx="985665" cy="657110"/>
        </a:xfrm>
        <a:prstGeom prst="roundRect">
          <a:avLst>
            <a:gd name="adj" fmla="val 10000"/>
          </a:avLst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Session 03/25/2026</a:t>
          </a:r>
        </a:p>
      </dsp:txBody>
      <dsp:txXfrm>
        <a:off x="9694413" y="3162315"/>
        <a:ext cx="947173" cy="618618"/>
      </dsp:txXfrm>
    </dsp:sp>
    <dsp:sp modelId="{240BD3EC-2517-7F4D-BA97-32EDD0D994E8}">
      <dsp:nvSpPr>
        <dsp:cNvPr id="0" name=""/>
        <dsp:cNvSpPr/>
      </dsp:nvSpPr>
      <dsp:spPr>
        <a:xfrm>
          <a:off x="10122280" y="3800179"/>
          <a:ext cx="91440" cy="2628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2844"/>
              </a:lnTo>
            </a:path>
          </a:pathLst>
        </a:custGeom>
        <a:noFill/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5C41C7-B7AC-DD4D-9705-F775F78620D5}">
      <dsp:nvSpPr>
        <dsp:cNvPr id="0" name=""/>
        <dsp:cNvSpPr/>
      </dsp:nvSpPr>
      <dsp:spPr>
        <a:xfrm>
          <a:off x="9675167" y="4063023"/>
          <a:ext cx="985665" cy="657110"/>
        </a:xfrm>
        <a:prstGeom prst="roundRect">
          <a:avLst>
            <a:gd name="adj" fmla="val 10000"/>
          </a:avLst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Dataset F</a:t>
          </a:r>
        </a:p>
      </dsp:txBody>
      <dsp:txXfrm>
        <a:off x="9694413" y="4082269"/>
        <a:ext cx="947173" cy="61861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C5457F-C3F3-2D4C-8C65-6BC2D8D17209}">
      <dsp:nvSpPr>
        <dsp:cNvPr id="0" name=""/>
        <dsp:cNvSpPr/>
      </dsp:nvSpPr>
      <dsp:spPr>
        <a:xfrm>
          <a:off x="3364992" y="1749"/>
          <a:ext cx="3785616" cy="76510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Samples</a:t>
          </a:r>
        </a:p>
      </dsp:txBody>
      <dsp:txXfrm>
        <a:off x="3402341" y="39098"/>
        <a:ext cx="3710918" cy="690403"/>
      </dsp:txXfrm>
    </dsp:sp>
    <dsp:sp modelId="{8EF4B87F-F77D-5F42-96B9-0A6680280896}">
      <dsp:nvSpPr>
        <dsp:cNvPr id="0" name=""/>
        <dsp:cNvSpPr/>
      </dsp:nvSpPr>
      <dsp:spPr>
        <a:xfrm>
          <a:off x="3364992" y="805106"/>
          <a:ext cx="3785616" cy="76510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Instrument &amp; Software</a:t>
          </a:r>
        </a:p>
      </dsp:txBody>
      <dsp:txXfrm>
        <a:off x="3402341" y="842455"/>
        <a:ext cx="3710918" cy="690403"/>
      </dsp:txXfrm>
    </dsp:sp>
    <dsp:sp modelId="{7F8FD23C-4BB0-E246-94DB-1AF2A1906D0E}">
      <dsp:nvSpPr>
        <dsp:cNvPr id="0" name=""/>
        <dsp:cNvSpPr/>
      </dsp:nvSpPr>
      <dsp:spPr>
        <a:xfrm>
          <a:off x="3364992" y="1608462"/>
          <a:ext cx="3785616" cy="76510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Measurement Info</a:t>
          </a:r>
        </a:p>
      </dsp:txBody>
      <dsp:txXfrm>
        <a:off x="3402341" y="1645811"/>
        <a:ext cx="3710918" cy="690403"/>
      </dsp:txXfrm>
    </dsp:sp>
    <dsp:sp modelId="{C9109870-C3EB-4348-9056-F14FD44BE617}">
      <dsp:nvSpPr>
        <dsp:cNvPr id="0" name=""/>
        <dsp:cNvSpPr/>
      </dsp:nvSpPr>
      <dsp:spPr>
        <a:xfrm>
          <a:off x="3364992" y="2411819"/>
          <a:ext cx="3785616" cy="76510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Data Processing</a:t>
          </a:r>
        </a:p>
      </dsp:txBody>
      <dsp:txXfrm>
        <a:off x="3402341" y="2449168"/>
        <a:ext cx="3710918" cy="690403"/>
      </dsp:txXfrm>
    </dsp:sp>
    <dsp:sp modelId="{ED124163-433A-3A4B-8A59-4095FEEA3476}">
      <dsp:nvSpPr>
        <dsp:cNvPr id="0" name=""/>
        <dsp:cNvSpPr/>
      </dsp:nvSpPr>
      <dsp:spPr>
        <a:xfrm>
          <a:off x="3364992" y="3215175"/>
          <a:ext cx="3785616" cy="765101"/>
        </a:xfrm>
        <a:prstGeom prst="roundRect">
          <a:avLst/>
        </a:prstGeom>
        <a:solidFill>
          <a:srgbClr val="0070C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QC &amp; Uncertainty</a:t>
          </a:r>
        </a:p>
      </dsp:txBody>
      <dsp:txXfrm>
        <a:off x="3402341" y="3252524"/>
        <a:ext cx="3710918" cy="69040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DB622D-5C8C-DD45-9698-273880179C57}">
      <dsp:nvSpPr>
        <dsp:cNvPr id="0" name=""/>
        <dsp:cNvSpPr/>
      </dsp:nvSpPr>
      <dsp:spPr>
        <a:xfrm>
          <a:off x="3364992" y="0"/>
          <a:ext cx="3785616" cy="88712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Procedure Identification</a:t>
          </a:r>
        </a:p>
      </dsp:txBody>
      <dsp:txXfrm>
        <a:off x="3408298" y="43306"/>
        <a:ext cx="3699004" cy="80051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633FA2-AE52-014E-A43B-6141831B042B}">
      <dsp:nvSpPr>
        <dsp:cNvPr id="0" name=""/>
        <dsp:cNvSpPr/>
      </dsp:nvSpPr>
      <dsp:spPr>
        <a:xfrm>
          <a:off x="3286" y="460269"/>
          <a:ext cx="3203971" cy="576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Administrative Metadata</a:t>
          </a:r>
        </a:p>
      </dsp:txBody>
      <dsp:txXfrm>
        <a:off x="3286" y="460269"/>
        <a:ext cx="3203971" cy="576000"/>
      </dsp:txXfrm>
    </dsp:sp>
    <dsp:sp modelId="{18F7535E-389C-3548-9EDE-D88579F2513C}">
      <dsp:nvSpPr>
        <dsp:cNvPr id="0" name=""/>
        <dsp:cNvSpPr/>
      </dsp:nvSpPr>
      <dsp:spPr>
        <a:xfrm>
          <a:off x="3286" y="1036269"/>
          <a:ext cx="3203971" cy="285480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Dataset title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Data type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Author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Lab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Publication date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Funding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License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000" kern="1200" dirty="0"/>
            <a:t>…</a:t>
          </a:r>
        </a:p>
      </dsp:txBody>
      <dsp:txXfrm>
        <a:off x="3286" y="1036269"/>
        <a:ext cx="3203971" cy="2854800"/>
      </dsp:txXfrm>
    </dsp:sp>
    <dsp:sp modelId="{1D990C93-A01C-8845-B988-F19C7E414188}">
      <dsp:nvSpPr>
        <dsp:cNvPr id="0" name=""/>
        <dsp:cNvSpPr/>
      </dsp:nvSpPr>
      <dsp:spPr>
        <a:xfrm>
          <a:off x="3655814" y="460269"/>
          <a:ext cx="3203971" cy="5760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Sample Metadata</a:t>
          </a:r>
        </a:p>
      </dsp:txBody>
      <dsp:txXfrm>
        <a:off x="3655814" y="460269"/>
        <a:ext cx="3203971" cy="576000"/>
      </dsp:txXfrm>
    </dsp:sp>
    <dsp:sp modelId="{B10A5B97-B23C-564A-8DDE-F4C164020770}">
      <dsp:nvSpPr>
        <dsp:cNvPr id="0" name=""/>
        <dsp:cNvSpPr/>
      </dsp:nvSpPr>
      <dsp:spPr>
        <a:xfrm>
          <a:off x="3655814" y="1036269"/>
          <a:ext cx="3203971" cy="285480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Sample name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Sample material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Persistent unique identifier (e.g., IGSN)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Sample treatment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…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/>
        </a:p>
      </dsp:txBody>
      <dsp:txXfrm>
        <a:off x="3655814" y="1036269"/>
        <a:ext cx="3203971" cy="2854800"/>
      </dsp:txXfrm>
    </dsp:sp>
    <dsp:sp modelId="{1D6DDC45-9BDB-2C47-8289-A07BDB145D4B}">
      <dsp:nvSpPr>
        <dsp:cNvPr id="0" name=""/>
        <dsp:cNvSpPr/>
      </dsp:nvSpPr>
      <dsp:spPr>
        <a:xfrm>
          <a:off x="7308342" y="460269"/>
          <a:ext cx="3203971" cy="5760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Analytical Metadata</a:t>
          </a:r>
        </a:p>
      </dsp:txBody>
      <dsp:txXfrm>
        <a:off x="7308342" y="460269"/>
        <a:ext cx="3203971" cy="576000"/>
      </dsp:txXfrm>
    </dsp:sp>
    <dsp:sp modelId="{6BD44E4E-80BC-6A41-AE86-BE9A6A580161}">
      <dsp:nvSpPr>
        <dsp:cNvPr id="0" name=""/>
        <dsp:cNvSpPr/>
      </dsp:nvSpPr>
      <dsp:spPr>
        <a:xfrm>
          <a:off x="7308342" y="1036269"/>
          <a:ext cx="3203971" cy="285480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Instrument type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Instrument configuration and setting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Data acquisition method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Data processing method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Quality control and uncertainty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…</a:t>
          </a:r>
        </a:p>
      </dsp:txBody>
      <dsp:txXfrm>
        <a:off x="7308342" y="1036269"/>
        <a:ext cx="3203971" cy="2854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02DF99-2E92-044A-ABC0-2FF4FAD8A021}" type="datetimeFigureOut">
              <a:rPr lang="en-US" smtClean="0"/>
              <a:t>8/7/26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0A328-DF1C-9F46-925F-F3B5E74B36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602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0A328-DF1C-9F46-925F-F3B5E74B361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08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8500-3AED-E911-3D65-78FF6EEDA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70B447-24A0-E60C-714D-331EE1E11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69EEA-D7C4-3F85-7C16-C0DD2F3BC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AFAF9-19D7-2240-A1B6-60E27A744084}" type="datetime1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83270-6C81-FCEA-9910-B7A58D672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56DB8-4C0F-0ECE-411A-26B3110CE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3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93BCE-E366-0A9D-831E-D4531A65A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1052D-7D86-5012-79AE-2A1DEDFB0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3E723-3AFB-3CA8-9E34-4FDEE20E6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BE8B6-5602-B04F-823B-09F127649D20}" type="datetime1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587ED-B62A-72C4-14CA-3E1B5C7D7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2F7CA-FC71-59B0-434B-6AE9200BC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752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8480-1087-99D2-C0B4-5E1B9E948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C98BB-63BC-979A-6510-A14107B70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14A37-8877-76D4-F5FA-593AB2CDD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CC9EA-5E58-714B-8E36-4EFB0A0E8BF9}" type="datetime1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7D2B4-BDAA-93F4-41FF-C24ADE111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76A9C-F44B-64B7-BD01-6C405CE64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7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DFDA4-4194-BF05-A079-6D5D57846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F0ECE-61CC-119B-8F05-9977AA7C3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B75D28-FFF8-584C-A802-96D0A0E43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3C090-6D31-4669-F3FC-C5A029656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DD4C6-A0AB-FF42-BA7C-DD32FD92DD2E}" type="datetime1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9B3320-6F88-2CB8-100B-42C234DF4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6512F-D3AA-8D75-DC26-3636E41B6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87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8BCFD-FE0D-0689-561D-DBB4EACE2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43C6A-B2A3-7719-D307-858F6079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0C21B4-0472-E4CD-A066-E976C88CC7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FC2DB1-7FEB-2D32-A3DC-91DD2AFC21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91E616-8D55-6EF3-43FD-C8F9A81D2D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C82F68-9AE7-1212-6801-A29692341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F1C3-FEF2-BD45-8DA3-348B99AB802A}" type="datetime1">
              <a:rPr lang="en-US" smtClean="0"/>
              <a:t>8/8/26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1ACD21-63C8-4AC9-E7D6-10BE06CF4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9977B0-2E81-2947-C00A-36D35948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35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3A730-5EF1-5B33-85CC-335DCE27C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76B2FD-B7B3-C05F-D462-614C6BCB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29F13-BFE6-474D-A2CD-97FC59CFA2B1}" type="datetime1">
              <a:rPr lang="en-US" smtClean="0"/>
              <a:t>8/8/26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D00F94-B0D8-8123-7EA1-2DBBD6D08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201A3F-B0F4-2BEF-417B-C28B985A5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529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4B5482-8926-C485-C87D-BED626562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091EE-A8CE-FA42-AECC-FCCEC9E466EA}" type="datetime1">
              <a:rPr lang="en-US" smtClean="0"/>
              <a:t>8/8/26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CFE968-1F47-8A09-FB56-82D814A24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684F9-4998-18BD-59AE-F31916603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64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0C18-D1C8-E500-B45D-4044DD2EE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5AF48-BFE1-CFD7-4FFA-F1CDE7991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E4AB1-DD26-5C3E-DE43-062FF35B2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16B70-FB86-5B5F-9A77-AB3422E43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5EFA9-C271-7949-A346-2099E168A870}" type="datetime1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2732D-6D54-7120-1F0B-C858D9DE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011D4-0F12-1E2B-C9B3-61735B63F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16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98E94-C13D-61BC-2FEB-E31814D95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47A4A0-1E12-3B91-63BA-767456A432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5DAC95-2A4F-D582-E49C-378FF377E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116A8-BE51-6329-5111-8DD36D792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61037-8838-4E46-BA3A-DFC2364C8E70}" type="datetime1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3EF08-EAE8-5712-6C5A-10C56DB50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CB9D89-B90E-832A-1239-261C37B88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17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F3DA7-41DE-0455-9256-FFADA87D9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CD62C-2240-A174-267B-3C500966B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93B81-2914-2E68-AA75-48C95EEC7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F714B-72F3-AC41-8217-ED51A6FB4F90}" type="datetime1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23A87-73A3-4CD8-29FD-51BC7874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95CC7-6566-5607-4A18-512D7A8EC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11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BE2788-37D0-2803-B7DF-92D1A437C1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5F583E-DCB2-36D7-E2D7-5DBE906BC5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B6FEE-40DE-E34F-5CF5-881BC7DD4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9D483-DA3C-2945-B9AB-CF62B6A771EF}" type="datetime1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4F024-3564-977C-B1D4-7D8668651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3269D-6560-89D0-59B6-029006831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94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3F5E46-F543-6D55-1281-1237B549E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4C88E1-64F8-5803-C90B-B727D8B42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34D2B-B4B0-25C2-C545-9FEDD4D696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C19E1A-1CF4-5A4F-B853-94B7A21E0B6E}" type="datetime1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B4F0D-C2CE-0AEA-A161-5116552DE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04429-A44E-A46B-73A3-EA6615FF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D4BF1-ACB5-7D4F-A8D9-2AEA0A4EDA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6.png"/><Relationship Id="rId7" Type="http://schemas.openxmlformats.org/officeDocument/2006/relationships/diagramLayout" Target="../diagrams/layout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openxmlformats.org/officeDocument/2006/relationships/image" Target="../media/image8.png"/><Relationship Id="rId10" Type="http://schemas.microsoft.com/office/2007/relationships/diagramDrawing" Target="../diagrams/drawing1.xml"/><Relationship Id="rId4" Type="http://schemas.openxmlformats.org/officeDocument/2006/relationships/image" Target="../media/image7.png"/><Relationship Id="rId9" Type="http://schemas.openxmlformats.org/officeDocument/2006/relationships/diagramColors" Target="../diagrams/colors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9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sv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12" Type="http://schemas.openxmlformats.org/officeDocument/2006/relationships/image" Target="../media/image26.svg"/><Relationship Id="rId17" Type="http://schemas.openxmlformats.org/officeDocument/2006/relationships/image" Target="../media/image31.svg"/><Relationship Id="rId2" Type="http://schemas.openxmlformats.org/officeDocument/2006/relationships/image" Target="../media/image16.svg"/><Relationship Id="rId16" Type="http://schemas.openxmlformats.org/officeDocument/2006/relationships/image" Target="../media/image3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5" Type="http://schemas.openxmlformats.org/officeDocument/2006/relationships/image" Target="../media/image29.sv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svg"/><Relationship Id="rId14" Type="http://schemas.openxmlformats.org/officeDocument/2006/relationships/image" Target="../media/image2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2.png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43.png"/><Relationship Id="rId4" Type="http://schemas.microsoft.com/office/2007/relationships/hdphoto" Target="../media/hdphoto1.wdp"/><Relationship Id="rId9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EA676-BB8F-B9EC-9B0E-CD22BAF65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94537"/>
            <a:ext cx="12191999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TAPP: Community-Recommended Best Practices for Documenting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513E5F-7A51-8AFF-796D-B2075838E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950254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Ruolin Deng</a:t>
            </a:r>
          </a:p>
          <a:p>
            <a:r>
              <a:rPr lang="en-US" dirty="0"/>
              <a:t>Aug 2026</a:t>
            </a:r>
          </a:p>
          <a:p>
            <a:r>
              <a:rPr lang="en-US" dirty="0"/>
              <a:t>Geoinformatics Research Group</a:t>
            </a:r>
          </a:p>
          <a:p>
            <a:r>
              <a:rPr lang="en-US" dirty="0"/>
              <a:t>LDEO-Columbia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1F34C-0064-ECC6-D810-5C6149853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1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777CB3D-4811-2166-89C4-F5C500CF59CF}"/>
              </a:ext>
            </a:extLst>
          </p:cNvPr>
          <p:cNvGrpSpPr/>
          <p:nvPr/>
        </p:nvGrpSpPr>
        <p:grpSpPr>
          <a:xfrm>
            <a:off x="-258053" y="4846461"/>
            <a:ext cx="2472670" cy="1875014"/>
            <a:chOff x="1760510" y="4266766"/>
            <a:chExt cx="5953118" cy="451422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27E4892-BBBD-3A23-6B8F-B9EB3CB004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74934" y="4266766"/>
              <a:ext cx="2924269" cy="292426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F3334EC-2E93-10AD-0D92-A5B7F218B80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139" b="12152"/>
            <a:stretch>
              <a:fillRect/>
            </a:stretch>
          </p:blipFill>
          <p:spPr bwMode="auto">
            <a:xfrm>
              <a:off x="1760510" y="7191035"/>
              <a:ext cx="5953118" cy="15899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Picture 16" descr="NASA (Wikipedia) | National Aeronautics and Space Administration Wiki |  Fandom">
            <a:extLst>
              <a:ext uri="{FF2B5EF4-FFF2-40B4-BE49-F238E27FC236}">
                <a16:creationId xmlns:a16="http://schemas.microsoft.com/office/drawing/2014/main" id="{42FB51E5-1A83-A2DF-1D3F-8F7A7CE51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282" y="4760097"/>
            <a:ext cx="2774685" cy="1387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80968C-F304-4EF2-9581-859B7F0A1B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7159" y="4846461"/>
            <a:ext cx="1220428" cy="121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5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11D14-4BD9-67BB-DAC0-DC9D303DE4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Metadata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16DB91-EC9D-4171-5314-118095F35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6500" y="3665538"/>
            <a:ext cx="9779000" cy="1655762"/>
          </a:xfrm>
        </p:spPr>
        <p:txBody>
          <a:bodyPr>
            <a:normAutofit/>
          </a:bodyPr>
          <a:lstStyle/>
          <a:p>
            <a:r>
              <a:rPr lang="en-US" dirty="0"/>
              <a:t>TLDR: Data about other data.</a:t>
            </a:r>
          </a:p>
          <a:p>
            <a:r>
              <a:rPr lang="en-US" dirty="0"/>
              <a:t>Definition: Metadata is information that describes, contextualizes, and enables the discovery, evaluation, and reuse of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46E30-7435-38BE-9159-D365A6AA6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85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C1B9CE34-78FA-9E8E-6293-EEE2AADE77A2}"/>
              </a:ext>
            </a:extLst>
          </p:cNvPr>
          <p:cNvGrpSpPr/>
          <p:nvPr/>
        </p:nvGrpSpPr>
        <p:grpSpPr>
          <a:xfrm>
            <a:off x="9776839" y="1363450"/>
            <a:ext cx="2265687" cy="5230882"/>
            <a:chOff x="8610600" y="1416050"/>
            <a:chExt cx="2222559" cy="513131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621AE9F-A252-87FB-50F7-C696F7AE2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416050"/>
              <a:ext cx="2222559" cy="49403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90CAB9C-5744-6DAC-7EB3-964CEDDB7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58225" y="6310629"/>
              <a:ext cx="2159450" cy="236731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8938E3-6228-42F6-CE7E-FC06FD383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1: A researcher reusing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1F156-97D5-7D2E-71B7-ECC464B59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3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DCF4BAF-9C09-0071-4842-EC4A84FFE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667" y="5318938"/>
            <a:ext cx="2824177" cy="13594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2F7029E-7C2C-D1F5-A8D8-973CC107B6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158" y="1438694"/>
            <a:ext cx="5471514" cy="407636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FC523CE-89CF-C313-7B9F-EAF0A0C5CACD}"/>
              </a:ext>
            </a:extLst>
          </p:cNvPr>
          <p:cNvSpPr/>
          <p:nvPr/>
        </p:nvSpPr>
        <p:spPr>
          <a:xfrm>
            <a:off x="3069125" y="2617955"/>
            <a:ext cx="1801639" cy="113168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Content Placeholder 5">
            <a:extLst>
              <a:ext uri="{FF2B5EF4-FFF2-40B4-BE49-F238E27FC236}">
                <a16:creationId xmlns:a16="http://schemas.microsoft.com/office/drawing/2014/main" id="{B2D4D2E7-E672-2B7F-3207-9A0ED53F0F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1711352"/>
              </p:ext>
            </p:extLst>
          </p:nvPr>
        </p:nvGraphicFramePr>
        <p:xfrm>
          <a:off x="5810385" y="1627294"/>
          <a:ext cx="3789609" cy="3417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7D7E811-C769-807C-4DE3-E91724DD5D2A}"/>
              </a:ext>
            </a:extLst>
          </p:cNvPr>
          <p:cNvSpPr txBox="1"/>
          <p:nvPr/>
        </p:nvSpPr>
        <p:spPr>
          <a:xfrm>
            <a:off x="242854" y="5569545"/>
            <a:ext cx="5853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Target: Examine relevant metadata to evaluate, reproduce, or reuse data.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C6BDB9-A828-A1A7-DCD0-160E424BD604}"/>
              </a:ext>
            </a:extLst>
          </p:cNvPr>
          <p:cNvSpPr txBox="1"/>
          <p:nvPr/>
        </p:nvSpPr>
        <p:spPr>
          <a:xfrm>
            <a:off x="227069" y="6205440"/>
            <a:ext cx="5853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Issue: Heterogeneity in metadata reporting.</a:t>
            </a:r>
          </a:p>
        </p:txBody>
      </p:sp>
    </p:spTree>
    <p:extLst>
      <p:ext uri="{BB962C8B-B14F-4D97-AF65-F5344CB8AC3E}">
        <p14:creationId xmlns:p14="http://schemas.microsoft.com/office/powerpoint/2010/main" val="4077843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Graphic spid="18" grpId="0">
        <p:bldAsOne/>
      </p:bldGraphic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8979A-C4B9-A8B8-E3DC-F1A5AE9E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2: A researcher generating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50635-24BA-EEF5-9C0F-40D98E2B9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4</a:t>
            </a:fld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D89FE59-BC34-1683-0133-EB1164E43A9D}"/>
              </a:ext>
            </a:extLst>
          </p:cNvPr>
          <p:cNvSpPr/>
          <p:nvPr/>
        </p:nvSpPr>
        <p:spPr>
          <a:xfrm>
            <a:off x="467829" y="2157188"/>
            <a:ext cx="1511595" cy="738963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Scientific Question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10384D1-8BE8-A85A-D399-914B23719FB4}"/>
              </a:ext>
            </a:extLst>
          </p:cNvPr>
          <p:cNvSpPr/>
          <p:nvPr/>
        </p:nvSpPr>
        <p:spPr>
          <a:xfrm>
            <a:off x="467828" y="3362665"/>
            <a:ext cx="1511595" cy="738963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Project Design</a:t>
            </a:r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2B6D91AD-1FFE-D656-229E-508D861463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0954619"/>
              </p:ext>
            </p:extLst>
          </p:nvPr>
        </p:nvGraphicFramePr>
        <p:xfrm>
          <a:off x="4386828" y="2526669"/>
          <a:ext cx="3789609" cy="3417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C22D04C-F4DC-8EF3-590C-6C2BEFA45CDD}"/>
              </a:ext>
            </a:extLst>
          </p:cNvPr>
          <p:cNvSpPr/>
          <p:nvPr/>
        </p:nvSpPr>
        <p:spPr>
          <a:xfrm>
            <a:off x="293275" y="4568142"/>
            <a:ext cx="1860699" cy="738963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Project Implementation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1517EB4-9CB4-1BAC-F229-7F00683D6BF6}"/>
              </a:ext>
            </a:extLst>
          </p:cNvPr>
          <p:cNvSpPr/>
          <p:nvPr/>
        </p:nvSpPr>
        <p:spPr>
          <a:xfrm>
            <a:off x="467828" y="5773619"/>
            <a:ext cx="1511595" cy="738963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5425092-1C20-7313-E64F-D04F32322A35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1223626" y="2896151"/>
            <a:ext cx="1" cy="4665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5D688DE-B5D9-F51A-A274-AE6F690D2A5E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1223625" y="4101628"/>
            <a:ext cx="1" cy="4665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0A6BF47-01BB-923D-17C3-BF7976321EF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1223625" y="5307105"/>
            <a:ext cx="1" cy="466514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555E47D-BF3D-E948-B61C-20D5F742F193}"/>
              </a:ext>
            </a:extLst>
          </p:cNvPr>
          <p:cNvSpPr/>
          <p:nvPr/>
        </p:nvSpPr>
        <p:spPr>
          <a:xfrm>
            <a:off x="2440627" y="3362665"/>
            <a:ext cx="1511595" cy="73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Procedure Metadata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21C5B6C-7BEE-4810-A49C-67374307C840}"/>
              </a:ext>
            </a:extLst>
          </p:cNvPr>
          <p:cNvCxnSpPr>
            <a:cxnSpLocks/>
            <a:stCxn id="6" idx="3"/>
            <a:endCxn id="18" idx="1"/>
          </p:cNvCxnSpPr>
          <p:nvPr/>
        </p:nvCxnSpPr>
        <p:spPr>
          <a:xfrm>
            <a:off x="1979423" y="3732147"/>
            <a:ext cx="461204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Left Brace 22">
            <a:extLst>
              <a:ext uri="{FF2B5EF4-FFF2-40B4-BE49-F238E27FC236}">
                <a16:creationId xmlns:a16="http://schemas.microsoft.com/office/drawing/2014/main" id="{623A7244-F508-B32F-FBF8-6F02E0825585}"/>
              </a:ext>
            </a:extLst>
          </p:cNvPr>
          <p:cNvSpPr/>
          <p:nvPr/>
        </p:nvSpPr>
        <p:spPr>
          <a:xfrm>
            <a:off x="3960184" y="2896151"/>
            <a:ext cx="405374" cy="2877468"/>
          </a:xfrm>
          <a:prstGeom prst="leftBrace">
            <a:avLst>
              <a:gd name="adj1" fmla="val 10956"/>
              <a:gd name="adj2" fmla="val 28938"/>
            </a:avLst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B4EBCEA-69A5-D95B-55C3-062BD02F617E}"/>
              </a:ext>
            </a:extLst>
          </p:cNvPr>
          <p:cNvSpPr/>
          <p:nvPr/>
        </p:nvSpPr>
        <p:spPr>
          <a:xfrm>
            <a:off x="2440627" y="4602783"/>
            <a:ext cx="1511595" cy="73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Analysis Metadata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D2C6D13-5ED6-58D7-F783-8B6372F0948A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2153973" y="4972265"/>
            <a:ext cx="286654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6" name="Left Brace 25">
            <a:extLst>
              <a:ext uri="{FF2B5EF4-FFF2-40B4-BE49-F238E27FC236}">
                <a16:creationId xmlns:a16="http://schemas.microsoft.com/office/drawing/2014/main" id="{729297BF-63ED-49C2-B235-9447E8D5455C}"/>
              </a:ext>
            </a:extLst>
          </p:cNvPr>
          <p:cNvSpPr/>
          <p:nvPr/>
        </p:nvSpPr>
        <p:spPr>
          <a:xfrm>
            <a:off x="3938914" y="2896151"/>
            <a:ext cx="422013" cy="2877468"/>
          </a:xfrm>
          <a:prstGeom prst="leftBrace">
            <a:avLst>
              <a:gd name="adj1" fmla="val 8333"/>
              <a:gd name="adj2" fmla="val 73649"/>
            </a:avLst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Content Placeholder 4">
            <a:extLst>
              <a:ext uri="{FF2B5EF4-FFF2-40B4-BE49-F238E27FC236}">
                <a16:creationId xmlns:a16="http://schemas.microsoft.com/office/drawing/2014/main" id="{6DB37B6C-E747-43F6-8563-A1EC1FF81A2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0359" t="868"/>
          <a:stretch>
            <a:fillRect/>
          </a:stretch>
        </p:blipFill>
        <p:spPr>
          <a:xfrm>
            <a:off x="8686792" y="3483517"/>
            <a:ext cx="2272694" cy="2865197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AA075A4-8F3C-4545-DF3F-3F70EBD42FA5}"/>
              </a:ext>
            </a:extLst>
          </p:cNvPr>
          <p:cNvCxnSpPr>
            <a:cxnSpLocks/>
          </p:cNvCxnSpPr>
          <p:nvPr/>
        </p:nvCxnSpPr>
        <p:spPr>
          <a:xfrm>
            <a:off x="8252629" y="4235576"/>
            <a:ext cx="35797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BF0C3B3-24D3-87E8-5D54-60BC9D74F20E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979423" y="6143101"/>
            <a:ext cx="6631177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F360D4F-3851-44A4-D8FF-0B78C8452012}"/>
              </a:ext>
            </a:extLst>
          </p:cNvPr>
          <p:cNvSpPr txBox="1"/>
          <p:nvPr/>
        </p:nvSpPr>
        <p:spPr>
          <a:xfrm>
            <a:off x="467828" y="1377588"/>
            <a:ext cx="11596155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b="0" i="0" spc="11" dirty="0">
                <a:effectLst/>
                <a:latin typeface="__HexFranklinNarrow_ac9889"/>
              </a:rPr>
              <a:t>VIM3: </a:t>
            </a:r>
            <a:r>
              <a:rPr lang="en-US" sz="1600" spc="11" dirty="0">
                <a:latin typeface="__HexFranklinNarrow_ac9889"/>
              </a:rPr>
              <a:t>A </a:t>
            </a:r>
            <a:r>
              <a:rPr lang="en-US" sz="1600" b="1" spc="11" dirty="0">
                <a:latin typeface="__HexFranklinNarrow_ac9889"/>
              </a:rPr>
              <a:t>procedure</a:t>
            </a:r>
            <a:r>
              <a:rPr lang="en-US" sz="1600" spc="11" dirty="0">
                <a:latin typeface="__HexFranklinNarrow_ac9889"/>
              </a:rPr>
              <a:t> is a </a:t>
            </a:r>
            <a:r>
              <a:rPr lang="en-US" sz="1600" b="0" i="0" spc="11" dirty="0">
                <a:effectLst/>
                <a:latin typeface="__HexFranklinNarrow_ac9889"/>
              </a:rPr>
              <a:t>description of a measurement according to one or more measurement principles and to a given measurement method, based on a measurement model and including any calculation to obtain a measurement result.</a:t>
            </a:r>
            <a:endParaRPr lang="en-US" sz="24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0C3C764-1CFC-90C7-3B98-5255DCC8A524}"/>
              </a:ext>
            </a:extLst>
          </p:cNvPr>
          <p:cNvGrpSpPr/>
          <p:nvPr/>
        </p:nvGrpSpPr>
        <p:grpSpPr>
          <a:xfrm>
            <a:off x="10778247" y="4329358"/>
            <a:ext cx="1724414" cy="1307615"/>
            <a:chOff x="1760510" y="4266766"/>
            <a:chExt cx="5953118" cy="4514221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EC0BE1A7-E7D9-24E3-B890-3BD02AC8CA4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74934" y="4266766"/>
              <a:ext cx="2924269" cy="2924269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519FB625-7465-AEAD-887A-4689C2626B9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139" b="12152"/>
            <a:stretch>
              <a:fillRect/>
            </a:stretch>
          </p:blipFill>
          <p:spPr bwMode="auto">
            <a:xfrm>
              <a:off x="1760510" y="7191035"/>
              <a:ext cx="5953118" cy="15899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0478FCF5-3198-F09A-35C9-4CC94524F7C8}"/>
              </a:ext>
            </a:extLst>
          </p:cNvPr>
          <p:cNvSpPr txBox="1"/>
          <p:nvPr/>
        </p:nvSpPr>
        <p:spPr>
          <a:xfrm>
            <a:off x="8369813" y="1999213"/>
            <a:ext cx="36922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Target: Decide which procedure or analysis metadata you should provide with data.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2BCAC08-5AED-5A9E-36BD-2D9AA49993E7}"/>
              </a:ext>
            </a:extLst>
          </p:cNvPr>
          <p:cNvSpPr txBox="1"/>
          <p:nvPr/>
        </p:nvSpPr>
        <p:spPr>
          <a:xfrm>
            <a:off x="8369813" y="2861523"/>
            <a:ext cx="4320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Issue: No standard for documenting procedure/analysis metadata.</a:t>
            </a:r>
          </a:p>
        </p:txBody>
      </p:sp>
    </p:spTree>
    <p:extLst>
      <p:ext uri="{BB962C8B-B14F-4D97-AF65-F5344CB8AC3E}">
        <p14:creationId xmlns:p14="http://schemas.microsoft.com/office/powerpoint/2010/main" val="2608089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Graphic spid="7" grpId="0">
        <p:bldAsOne/>
      </p:bldGraphic>
      <p:bldP spid="8" grpId="0" animBg="1"/>
      <p:bldP spid="9" grpId="0" animBg="1"/>
      <p:bldP spid="18" grpId="0" animBg="1"/>
      <p:bldP spid="23" grpId="0" animBg="1"/>
      <p:bldP spid="24" grpId="0" animBg="1"/>
      <p:bldP spid="26" grpId="0" animBg="1"/>
      <p:bldP spid="41" grpId="0" animBg="1"/>
      <p:bldP spid="48" grpId="0"/>
      <p:bldP spid="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CFFB6-3A32-1C0B-29D3-2AA82CDC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4B0C30-8EB0-2BC3-F2A5-9CFCC8E7278B}"/>
              </a:ext>
            </a:extLst>
          </p:cNvPr>
          <p:cNvSpPr txBox="1"/>
          <p:nvPr/>
        </p:nvSpPr>
        <p:spPr>
          <a:xfrm>
            <a:off x="2202873" y="1716565"/>
            <a:ext cx="8388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Issue for data re-user: Heterogeneity in metadata reporting.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7C5C2D-7342-BE10-6900-EEF62D2F82E7}"/>
              </a:ext>
            </a:extLst>
          </p:cNvPr>
          <p:cNvSpPr txBox="1"/>
          <p:nvPr/>
        </p:nvSpPr>
        <p:spPr>
          <a:xfrm>
            <a:off x="2202874" y="2399296"/>
            <a:ext cx="83889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Issue for data provider: No procedure/analysis metadata documentation standard.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40B575-2B62-FD37-2CB0-D7206D02769E}"/>
              </a:ext>
            </a:extLst>
          </p:cNvPr>
          <p:cNvSpPr txBox="1"/>
          <p:nvPr/>
        </p:nvSpPr>
        <p:spPr>
          <a:xfrm>
            <a:off x="3011832" y="3764060"/>
            <a:ext cx="6423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Solution: Community-endorsed standards.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25D351-0785-3FA7-A67B-A8BB98F72BF7}"/>
              </a:ext>
            </a:extLst>
          </p:cNvPr>
          <p:cNvSpPr txBox="1"/>
          <p:nvPr/>
        </p:nvSpPr>
        <p:spPr>
          <a:xfrm>
            <a:off x="3011832" y="5277788"/>
            <a:ext cx="6423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TAPP: Technique-Aligned Procedure Profiles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FC6CAD58-76F5-F5B7-1B38-C6C681DE9356}"/>
              </a:ext>
            </a:extLst>
          </p:cNvPr>
          <p:cNvSpPr/>
          <p:nvPr/>
        </p:nvSpPr>
        <p:spPr>
          <a:xfrm>
            <a:off x="5929746" y="4464293"/>
            <a:ext cx="332510" cy="59039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46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4DC63-9064-E648-9D60-FA3369776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landscape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BA60C-FE88-1CBC-B1E0-9D69C514D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178F59-0E0C-6B45-12F7-BF9E468B98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7867"/>
          <a:stretch>
            <a:fillRect/>
          </a:stretch>
        </p:blipFill>
        <p:spPr>
          <a:xfrm>
            <a:off x="5878726" y="350712"/>
            <a:ext cx="6229816" cy="24022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3C4781-381C-C68A-E763-79E4A4221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561" y="1355374"/>
            <a:ext cx="5380558" cy="19174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525928-7CF7-6DB6-EC2E-F04B3ABC2A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861" y="3030365"/>
            <a:ext cx="5091545" cy="24022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66EEB4-9DD3-6448-B18E-907A4CB4D2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8373" y="3466396"/>
            <a:ext cx="4656996" cy="20500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495B91-5610-4EBB-DD59-A22056D0B9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6686" y="442042"/>
            <a:ext cx="5009447" cy="62039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C8CD03-FDB7-7317-E4C8-1710CE069B42}"/>
              </a:ext>
            </a:extLst>
          </p:cNvPr>
          <p:cNvSpPr txBox="1"/>
          <p:nvPr/>
        </p:nvSpPr>
        <p:spPr>
          <a:xfrm>
            <a:off x="312561" y="5530496"/>
            <a:ext cx="11637819" cy="123110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b="1" dirty="0"/>
              <a:t>1. Developed by working groups composed of domain experts through dedicated meetings and/or workshops.</a:t>
            </a:r>
          </a:p>
          <a:p>
            <a:pPr>
              <a:spcAft>
                <a:spcPts val="1200"/>
              </a:spcAft>
            </a:pPr>
            <a:r>
              <a:rPr lang="en-US" b="1" dirty="0"/>
              <a:t>2. Geochronologists are taking the lead.</a:t>
            </a:r>
          </a:p>
          <a:p>
            <a:pPr>
              <a:spcAft>
                <a:spcPts val="1200"/>
              </a:spcAft>
            </a:pPr>
            <a:r>
              <a:rPr lang="en-US" b="1" dirty="0"/>
              <a:t>3. We would like to cover all geoscience-relevant techniques.</a:t>
            </a:r>
          </a:p>
        </p:txBody>
      </p:sp>
    </p:spTree>
    <p:extLst>
      <p:ext uri="{BB962C8B-B14F-4D97-AF65-F5344CB8AC3E}">
        <p14:creationId xmlns:p14="http://schemas.microsoft.com/office/powerpoint/2010/main" val="2287401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6B372-8AE4-8036-45E4-969D5F04D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5D20E-A4AC-ECD9-ABD5-2A0DB86F15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371A7-8DD5-E535-83B9-AA7F9F185A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 Itemized, community-recommended best practices for reporting analytical procedures.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2051F-0462-3378-DBF7-A42996396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342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E5CEA-48D9-D7EE-DD19-D448BC2B6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3A7BA7F-C1BE-C262-6BC2-45CFF0F3A8BD}"/>
              </a:ext>
            </a:extLst>
          </p:cNvPr>
          <p:cNvGrpSpPr/>
          <p:nvPr/>
        </p:nvGrpSpPr>
        <p:grpSpPr>
          <a:xfrm>
            <a:off x="112583" y="1507524"/>
            <a:ext cx="11770482" cy="5103341"/>
            <a:chOff x="112583" y="1507524"/>
            <a:chExt cx="11770482" cy="5103341"/>
          </a:xfrm>
        </p:grpSpPr>
        <p:graphicFrame>
          <p:nvGraphicFramePr>
            <p:cNvPr id="5" name="Diagram 4">
              <a:extLst>
                <a:ext uri="{FF2B5EF4-FFF2-40B4-BE49-F238E27FC236}">
                  <a16:creationId xmlns:a16="http://schemas.microsoft.com/office/drawing/2014/main" id="{21EEF44F-261F-8F59-429B-7D04F29AE2D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593639756"/>
                </p:ext>
              </p:extLst>
            </p:nvPr>
          </p:nvGraphicFramePr>
          <p:xfrm>
            <a:off x="1000896" y="1507524"/>
            <a:ext cx="10882169" cy="510334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3" name="Left Bracket 2">
              <a:extLst>
                <a:ext uri="{FF2B5EF4-FFF2-40B4-BE49-F238E27FC236}">
                  <a16:creationId xmlns:a16="http://schemas.microsoft.com/office/drawing/2014/main" id="{E065C388-44DA-E96F-A46F-6415E996EB16}"/>
                </a:ext>
              </a:extLst>
            </p:cNvPr>
            <p:cNvSpPr/>
            <p:nvPr/>
          </p:nvSpPr>
          <p:spPr>
            <a:xfrm>
              <a:off x="481914" y="1958507"/>
              <a:ext cx="325530" cy="3317095"/>
            </a:xfrm>
            <a:prstGeom prst="leftBracket">
              <a:avLst/>
            </a:prstGeom>
            <a:ln w="57150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C46B571-18F0-1841-B51D-E6A7E2141A03}"/>
                </a:ext>
              </a:extLst>
            </p:cNvPr>
            <p:cNvSpPr txBox="1"/>
            <p:nvPr/>
          </p:nvSpPr>
          <p:spPr>
            <a:xfrm rot="16200000">
              <a:off x="-418524" y="3247722"/>
              <a:ext cx="1800878" cy="73866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 dirty="0"/>
                <a:t>Metadata</a:t>
              </a:r>
            </a:p>
            <a:p>
              <a:pPr algn="ctr"/>
              <a:r>
                <a:rPr lang="en-US" sz="1400" b="1" i="1" dirty="0"/>
                <a:t>The data about data</a:t>
              </a: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CB63B79B-34CA-81BB-A48F-2C8C7092E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Definitions and the Analytical Hierarchy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9098E-D9E9-2366-44F4-838F8BCB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419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5388D-C35F-3D61-0108-22B0AFD6A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 Following VIM3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4ED83-8ACF-7062-8959-BAF75F278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90C3E7-F512-6481-81D8-F131E0E91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90688"/>
            <a:ext cx="9686803" cy="466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906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BC9BE-4537-9900-082E-50D1B0D59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TAPP Structure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091D862-09D1-2103-6169-4C84B57EC0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8956090"/>
              </p:ext>
            </p:extLst>
          </p:nvPr>
        </p:nvGraphicFramePr>
        <p:xfrm>
          <a:off x="-2542309" y="2510848"/>
          <a:ext cx="10515600" cy="39820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FF57CC-E595-C543-A6CB-B734B6D45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9" name="Content Placeholder 5">
            <a:extLst>
              <a:ext uri="{FF2B5EF4-FFF2-40B4-BE49-F238E27FC236}">
                <a16:creationId xmlns:a16="http://schemas.microsoft.com/office/drawing/2014/main" id="{9FA6E699-5245-96F5-E80B-2512FFD840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2639034"/>
              </p:ext>
            </p:extLst>
          </p:nvPr>
        </p:nvGraphicFramePr>
        <p:xfrm>
          <a:off x="-2542309" y="1513464"/>
          <a:ext cx="10515600" cy="8871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1FE3178-44F7-21CC-F3DA-56DA33CEF07C}"/>
              </a:ext>
            </a:extLst>
          </p:cNvPr>
          <p:cNvSpPr txBox="1"/>
          <p:nvPr/>
        </p:nvSpPr>
        <p:spPr>
          <a:xfrm>
            <a:off x="6934200" y="1664636"/>
            <a:ext cx="50153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Astromat</a:t>
            </a:r>
            <a:r>
              <a:rPr lang="en-US" sz="3200" dirty="0"/>
              <a:t> policy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8024EBE-2A2B-076A-80D6-82E39AD5FFAF}"/>
              </a:ext>
            </a:extLst>
          </p:cNvPr>
          <p:cNvCxnSpPr/>
          <p:nvPr/>
        </p:nvCxnSpPr>
        <p:spPr>
          <a:xfrm flipH="1">
            <a:off x="5029200" y="1957023"/>
            <a:ext cx="169718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ight Brace 12">
            <a:extLst>
              <a:ext uri="{FF2B5EF4-FFF2-40B4-BE49-F238E27FC236}">
                <a16:creationId xmlns:a16="http://schemas.microsoft.com/office/drawing/2014/main" id="{6DCB0701-E066-4362-E367-A23C264BE900}"/>
              </a:ext>
            </a:extLst>
          </p:cNvPr>
          <p:cNvSpPr/>
          <p:nvPr/>
        </p:nvSpPr>
        <p:spPr>
          <a:xfrm>
            <a:off x="4722667" y="2733967"/>
            <a:ext cx="696191" cy="3446895"/>
          </a:xfrm>
          <a:prstGeom prst="rightBrace">
            <a:avLst>
              <a:gd name="adj1" fmla="val 8333"/>
              <a:gd name="adj2" fmla="val 25482"/>
            </a:avLst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EFD2B62-3D45-75C1-83A3-A06893A2B503}"/>
              </a:ext>
            </a:extLst>
          </p:cNvPr>
          <p:cNvCxnSpPr/>
          <p:nvPr/>
        </p:nvCxnSpPr>
        <p:spPr>
          <a:xfrm flipH="1">
            <a:off x="5618014" y="3620500"/>
            <a:ext cx="169718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0D0B660-E779-8CFC-671D-807D411B0B73}"/>
              </a:ext>
            </a:extLst>
          </p:cNvPr>
          <p:cNvSpPr txBox="1"/>
          <p:nvPr/>
        </p:nvSpPr>
        <p:spPr>
          <a:xfrm>
            <a:off x="7419104" y="3324580"/>
            <a:ext cx="50153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Domain knowledge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FE2972-1DAD-739F-AD40-59641718EF5C}"/>
              </a:ext>
            </a:extLst>
          </p:cNvPr>
          <p:cNvSpPr txBox="1"/>
          <p:nvPr/>
        </p:nvSpPr>
        <p:spPr>
          <a:xfrm>
            <a:off x="5368638" y="4101801"/>
            <a:ext cx="658090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From </a:t>
            </a:r>
            <a:r>
              <a:rPr lang="en-US" sz="3200" b="1" dirty="0">
                <a:solidFill>
                  <a:srgbClr val="C00000"/>
                </a:solidFill>
              </a:rPr>
              <a:t>publications</a:t>
            </a:r>
            <a:r>
              <a:rPr lang="en-US" sz="3200" dirty="0">
                <a:solidFill>
                  <a:srgbClr val="C00000"/>
                </a:solidFill>
              </a:rPr>
              <a:t>, assuming on average they reflect community-endorsed best practices for reporting procedures and analyses.</a:t>
            </a:r>
          </a:p>
        </p:txBody>
      </p:sp>
    </p:spTree>
    <p:extLst>
      <p:ext uri="{BB962C8B-B14F-4D97-AF65-F5344CB8AC3E}">
        <p14:creationId xmlns:p14="http://schemas.microsoft.com/office/powerpoint/2010/main" val="691453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Graphic spid="9" grpId="0">
        <p:bldAsOne/>
      </p:bldGraphic>
      <p:bldP spid="10" grpId="0"/>
      <p:bldP spid="13" grpId="0" animBg="1"/>
      <p:bldP spid="15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732F0-BCD1-38D5-2092-E480A9948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409"/>
            <a:ext cx="10515600" cy="1325563"/>
          </a:xfrm>
        </p:spPr>
        <p:txBody>
          <a:bodyPr/>
          <a:lstStyle/>
          <a:p>
            <a:r>
              <a:rPr lang="en-US" dirty="0"/>
              <a:t>TAPP Dev with LLM and Human Experts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C7F127-EE5B-A09C-C34F-93C7C1BA88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50097" t="868"/>
          <a:stretch>
            <a:fillRect/>
          </a:stretch>
        </p:blipFill>
        <p:spPr>
          <a:xfrm>
            <a:off x="7952509" y="1318327"/>
            <a:ext cx="4162914" cy="522058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09E29-4F2C-DBF8-AF5D-245C84DDF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11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66F1152-BC1A-0601-73AA-43C762EB749F}"/>
              </a:ext>
            </a:extLst>
          </p:cNvPr>
          <p:cNvSpPr txBox="1">
            <a:spLocks/>
          </p:cNvSpPr>
          <p:nvPr/>
        </p:nvSpPr>
        <p:spPr>
          <a:xfrm>
            <a:off x="558908" y="1318327"/>
            <a:ext cx="7290069" cy="58585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Procedure is often reported in tables, footnotes, or natural language descriptions.</a:t>
            </a:r>
          </a:p>
          <a:p>
            <a:r>
              <a:rPr lang="en-US" dirty="0"/>
              <a:t>Strengths with LLM:</a:t>
            </a:r>
          </a:p>
          <a:p>
            <a:pPr lvl="1"/>
            <a:r>
              <a:rPr lang="en-US" dirty="0"/>
              <a:t>Great with natural language processing and analysis</a:t>
            </a:r>
          </a:p>
          <a:p>
            <a:pPr lvl="1"/>
            <a:r>
              <a:rPr lang="en-US" dirty="0"/>
              <a:t>Great with flexible metadata formats</a:t>
            </a:r>
          </a:p>
          <a:p>
            <a:pPr lvl="1"/>
            <a:r>
              <a:rPr lang="en-US" dirty="0"/>
              <a:t>Parallelization and automation.</a:t>
            </a:r>
          </a:p>
          <a:p>
            <a:r>
              <a:rPr lang="en-US" dirty="0"/>
              <a:t>What LLM is not good at:</a:t>
            </a:r>
          </a:p>
          <a:p>
            <a:pPr lvl="1"/>
            <a:r>
              <a:rPr lang="en-US" dirty="0"/>
              <a:t>Identifying rigorously reported procedure</a:t>
            </a:r>
          </a:p>
          <a:p>
            <a:pPr lvl="1"/>
            <a:r>
              <a:rPr lang="en-US" dirty="0"/>
              <a:t>Judging quality of TAPP for data reproducibility</a:t>
            </a:r>
          </a:p>
          <a:p>
            <a:r>
              <a:rPr lang="en-US" dirty="0"/>
              <a:t>Needs human input</a:t>
            </a:r>
          </a:p>
          <a:p>
            <a:pPr lvl="1"/>
            <a:r>
              <a:rPr lang="en-US" dirty="0"/>
              <a:t>Domain experts will review each TAPP</a:t>
            </a:r>
          </a:p>
        </p:txBody>
      </p:sp>
    </p:spTree>
    <p:extLst>
      <p:ext uri="{BB962C8B-B14F-4D97-AF65-F5344CB8AC3E}">
        <p14:creationId xmlns:p14="http://schemas.microsoft.com/office/powerpoint/2010/main" val="1099328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Box Title"/>
          <p:cNvSpPr txBox="1"/>
          <p:nvPr/>
        </p:nvSpPr>
        <p:spPr>
          <a:xfrm>
            <a:off x="2950011" y="17050"/>
            <a:ext cx="61509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TAPP Development Workflow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A7495A1-BB4A-53D8-DF48-1EED3B30CFD2}"/>
              </a:ext>
            </a:extLst>
          </p:cNvPr>
          <p:cNvGrpSpPr/>
          <p:nvPr/>
        </p:nvGrpSpPr>
        <p:grpSpPr>
          <a:xfrm>
            <a:off x="782594" y="850605"/>
            <a:ext cx="10482647" cy="6007395"/>
            <a:chOff x="782594" y="850605"/>
            <a:chExt cx="10482647" cy="6007395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16575F66-528E-48F7-DA12-44A424D983E0}"/>
                </a:ext>
              </a:extLst>
            </p:cNvPr>
            <p:cNvSpPr/>
            <p:nvPr/>
          </p:nvSpPr>
          <p:spPr>
            <a:xfrm>
              <a:off x="4409301" y="850605"/>
              <a:ext cx="3225113" cy="6007395"/>
            </a:xfrm>
            <a:prstGeom prst="roundRect">
              <a:avLst/>
            </a:prstGeom>
            <a:solidFill>
              <a:srgbClr val="AAF5DA"/>
            </a:solidFill>
            <a:ln>
              <a:solidFill>
                <a:schemeClr val="accent6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C652BB26-D811-AED5-4435-F308E0F8DF9B}"/>
                </a:ext>
              </a:extLst>
            </p:cNvPr>
            <p:cNvSpPr/>
            <p:nvPr/>
          </p:nvSpPr>
          <p:spPr>
            <a:xfrm>
              <a:off x="782594" y="850605"/>
              <a:ext cx="3225113" cy="600739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56475CC2-0BC9-C2E8-4222-BC96EB63A030}"/>
                </a:ext>
              </a:extLst>
            </p:cNvPr>
            <p:cNvSpPr/>
            <p:nvPr/>
          </p:nvSpPr>
          <p:spPr>
            <a:xfrm>
              <a:off x="8040128" y="850605"/>
              <a:ext cx="3225113" cy="600739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 descr="Brain in head with solid fill">
              <a:extLst>
                <a:ext uri="{FF2B5EF4-FFF2-40B4-BE49-F238E27FC236}">
                  <a16:creationId xmlns:a16="http://schemas.microsoft.com/office/drawing/2014/main" id="{644ED858-F655-B8B1-0E6B-8B6B680C8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19538" y="900242"/>
              <a:ext cx="580767" cy="580767"/>
            </a:xfrm>
            <a:prstGeom prst="rect">
              <a:avLst/>
            </a:prstGeom>
          </p:spPr>
        </p:pic>
        <p:pic>
          <p:nvPicPr>
            <p:cNvPr id="10" name="Graphic 9" descr="Atom with solid fill">
              <a:extLst>
                <a:ext uri="{FF2B5EF4-FFF2-40B4-BE49-F238E27FC236}">
                  <a16:creationId xmlns:a16="http://schemas.microsoft.com/office/drawing/2014/main" id="{701A7E49-5E02-AB16-F842-0E7F13DCE1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69934" y="915690"/>
              <a:ext cx="586946" cy="586946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ED25C1A-8054-D4E6-2DC3-82AEA2451400}"/>
                </a:ext>
              </a:extLst>
            </p:cNvPr>
            <p:cNvSpPr txBox="1"/>
            <p:nvPr/>
          </p:nvSpPr>
          <p:spPr>
            <a:xfrm>
              <a:off x="1811881" y="1024497"/>
              <a:ext cx="1977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Human Experts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3FB45A79-5685-8F5D-F240-C0543DD6980B}"/>
                </a:ext>
              </a:extLst>
            </p:cNvPr>
            <p:cNvSpPr/>
            <p:nvPr/>
          </p:nvSpPr>
          <p:spPr>
            <a:xfrm>
              <a:off x="992654" y="2560048"/>
              <a:ext cx="2659793" cy="74003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r>
                <a:rPr lang="en-US" dirty="0">
                  <a:solidFill>
                    <a:schemeClr val="tx1"/>
                  </a:solidFill>
                </a:rPr>
                <a:t>Seed Methodology</a:t>
              </a:r>
            </a:p>
            <a:p>
              <a:pPr lvl="1"/>
              <a:r>
                <a:rPr lang="en-US" dirty="0">
                  <a:solidFill>
                    <a:schemeClr val="tx1"/>
                  </a:solidFill>
                </a:rPr>
                <a:t>Papers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DD7D8454-E942-A8A8-7817-7861BE479A0B}"/>
                </a:ext>
              </a:extLst>
            </p:cNvPr>
            <p:cNvSpPr/>
            <p:nvPr/>
          </p:nvSpPr>
          <p:spPr>
            <a:xfrm>
              <a:off x="989567" y="3574676"/>
              <a:ext cx="2659792" cy="74003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r>
                <a:rPr lang="en-US" dirty="0">
                  <a:solidFill>
                    <a:schemeClr val="tx1"/>
                  </a:solidFill>
                </a:rPr>
                <a:t>Procedure Applications</a:t>
              </a: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532A4D73-CB66-5BD2-9133-18CED2E016B3}"/>
                </a:ext>
              </a:extLst>
            </p:cNvPr>
            <p:cNvSpPr/>
            <p:nvPr/>
          </p:nvSpPr>
          <p:spPr>
            <a:xfrm>
              <a:off x="4743449" y="2560048"/>
              <a:ext cx="2544460" cy="74003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6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r>
                <a:rPr lang="en-US" dirty="0">
                  <a:solidFill>
                    <a:schemeClr val="tx1"/>
                  </a:solidFill>
                </a:rPr>
                <a:t>TAPP Generation Agent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38C2E5EC-E78B-1C4B-5680-5E404A09CFB6}"/>
                </a:ext>
              </a:extLst>
            </p:cNvPr>
            <p:cNvSpPr/>
            <p:nvPr/>
          </p:nvSpPr>
          <p:spPr>
            <a:xfrm>
              <a:off x="8460257" y="3403010"/>
              <a:ext cx="2384854" cy="7379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r>
                <a:rPr lang="en-US" dirty="0">
                  <a:solidFill>
                    <a:schemeClr val="tx1"/>
                  </a:solidFill>
                </a:rPr>
                <a:t>Preliminary TAPP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D8CB044-E4B3-BF87-F6E6-5F089B76C7F6}"/>
                </a:ext>
              </a:extLst>
            </p:cNvPr>
            <p:cNvSpPr txBox="1"/>
            <p:nvPr/>
          </p:nvSpPr>
          <p:spPr>
            <a:xfrm>
              <a:off x="5339484" y="1024497"/>
              <a:ext cx="1977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Agentic AI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325F6ED-33F2-A62E-ED1C-4D7955ADDD43}"/>
                </a:ext>
              </a:extLst>
            </p:cNvPr>
            <p:cNvCxnSpPr>
              <a:cxnSpLocks/>
              <a:stCxn id="15" idx="3"/>
              <a:endCxn id="17" idx="1"/>
            </p:cNvCxnSpPr>
            <p:nvPr/>
          </p:nvCxnSpPr>
          <p:spPr>
            <a:xfrm>
              <a:off x="3652447" y="2930065"/>
              <a:ext cx="109100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BA769DA2-D333-854F-E4D7-87429A46756D}"/>
                </a:ext>
              </a:extLst>
            </p:cNvPr>
            <p:cNvCxnSpPr>
              <a:cxnSpLocks/>
              <a:stCxn id="17" idx="3"/>
              <a:endCxn id="19" idx="0"/>
            </p:cNvCxnSpPr>
            <p:nvPr/>
          </p:nvCxnSpPr>
          <p:spPr>
            <a:xfrm>
              <a:off x="7287909" y="2930065"/>
              <a:ext cx="2364775" cy="472945"/>
            </a:xfrm>
            <a:prstGeom prst="bentConnector2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E4800C1A-8EFD-0247-C649-D3C936B897C4}"/>
                </a:ext>
              </a:extLst>
            </p:cNvPr>
            <p:cNvSpPr/>
            <p:nvPr/>
          </p:nvSpPr>
          <p:spPr>
            <a:xfrm>
              <a:off x="8454080" y="5125604"/>
              <a:ext cx="2384854" cy="74003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r>
                <a:rPr lang="en-US" dirty="0">
                  <a:solidFill>
                    <a:schemeClr val="tx1"/>
                  </a:solidFill>
                </a:rPr>
                <a:t>Finalized TAPP</a:t>
              </a:r>
            </a:p>
          </p:txBody>
        </p:sp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3D57315B-5655-2BD4-52F1-00D5796D2B6F}"/>
                </a:ext>
              </a:extLst>
            </p:cNvPr>
            <p:cNvSpPr/>
            <p:nvPr/>
          </p:nvSpPr>
          <p:spPr>
            <a:xfrm>
              <a:off x="4743449" y="3574675"/>
              <a:ext cx="2544460" cy="74003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6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r>
                <a:rPr lang="en-US" dirty="0">
                  <a:solidFill>
                    <a:schemeClr val="tx1"/>
                  </a:solidFill>
                </a:rPr>
                <a:t>Reflection Agent</a:t>
              </a:r>
            </a:p>
          </p:txBody>
        </p:sp>
        <p:sp>
          <p:nvSpPr>
            <p:cNvPr id="65" name="Rounded Rectangle 64">
              <a:extLst>
                <a:ext uri="{FF2B5EF4-FFF2-40B4-BE49-F238E27FC236}">
                  <a16:creationId xmlns:a16="http://schemas.microsoft.com/office/drawing/2014/main" id="{0B9CF3B2-7D43-1A68-332A-8B82C8E3F2A5}"/>
                </a:ext>
              </a:extLst>
            </p:cNvPr>
            <p:cNvSpPr/>
            <p:nvPr/>
          </p:nvSpPr>
          <p:spPr>
            <a:xfrm>
              <a:off x="989567" y="4598231"/>
              <a:ext cx="2659792" cy="74003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r>
                <a:rPr lang="en-US" dirty="0">
                  <a:solidFill>
                    <a:schemeClr val="tx1"/>
                  </a:solidFill>
                </a:rPr>
                <a:t>Expert Evaluation</a:t>
              </a:r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C56A482A-6CA4-9C95-B13F-A57CCDE99BF7}"/>
                </a:ext>
              </a:extLst>
            </p:cNvPr>
            <p:cNvCxnSpPr>
              <a:cxnSpLocks/>
              <a:stCxn id="65" idx="0"/>
              <a:endCxn id="16" idx="2"/>
            </p:cNvCxnSpPr>
            <p:nvPr/>
          </p:nvCxnSpPr>
          <p:spPr>
            <a:xfrm flipV="1">
              <a:off x="2319463" y="4314709"/>
              <a:ext cx="0" cy="283522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Elbow Connector 97">
              <a:extLst>
                <a:ext uri="{FF2B5EF4-FFF2-40B4-BE49-F238E27FC236}">
                  <a16:creationId xmlns:a16="http://schemas.microsoft.com/office/drawing/2014/main" id="{E9F6A11A-FC6B-6612-589F-C8632007FFF1}"/>
                </a:ext>
              </a:extLst>
            </p:cNvPr>
            <p:cNvCxnSpPr>
              <a:cxnSpLocks/>
              <a:stCxn id="19" idx="2"/>
              <a:endCxn id="65" idx="3"/>
            </p:cNvCxnSpPr>
            <p:nvPr/>
          </p:nvCxnSpPr>
          <p:spPr>
            <a:xfrm rot="5400000">
              <a:off x="6237400" y="1552963"/>
              <a:ext cx="827245" cy="6003325"/>
            </a:xfrm>
            <a:prstGeom prst="bentConnector2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Elbow Connector 99">
              <a:extLst>
                <a:ext uri="{FF2B5EF4-FFF2-40B4-BE49-F238E27FC236}">
                  <a16:creationId xmlns:a16="http://schemas.microsoft.com/office/drawing/2014/main" id="{8B852D52-17C6-CDB0-BF9C-C21603D4925C}"/>
                </a:ext>
              </a:extLst>
            </p:cNvPr>
            <p:cNvCxnSpPr>
              <a:cxnSpLocks/>
              <a:stCxn id="16" idx="3"/>
              <a:endCxn id="43" idx="1"/>
            </p:cNvCxnSpPr>
            <p:nvPr/>
          </p:nvCxnSpPr>
          <p:spPr>
            <a:xfrm flipV="1">
              <a:off x="3649359" y="3944692"/>
              <a:ext cx="1094090" cy="1"/>
            </a:xfrm>
            <a:prstGeom prst="bentConnector3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3A127880-2F38-8396-FC13-DB42A075E9F7}"/>
                </a:ext>
              </a:extLst>
            </p:cNvPr>
            <p:cNvCxnSpPr>
              <a:cxnSpLocks/>
              <a:stCxn id="43" idx="0"/>
              <a:endCxn id="17" idx="2"/>
            </p:cNvCxnSpPr>
            <p:nvPr/>
          </p:nvCxnSpPr>
          <p:spPr>
            <a:xfrm flipV="1">
              <a:off x="6015679" y="3300081"/>
              <a:ext cx="0" cy="274594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Elbow Connector 116">
              <a:extLst>
                <a:ext uri="{FF2B5EF4-FFF2-40B4-BE49-F238E27FC236}">
                  <a16:creationId xmlns:a16="http://schemas.microsoft.com/office/drawing/2014/main" id="{0FC6A3E7-B76F-9E36-1AC9-2AA010AACC95}"/>
                </a:ext>
              </a:extLst>
            </p:cNvPr>
            <p:cNvCxnSpPr>
              <a:cxnSpLocks/>
              <a:endCxn id="29" idx="3"/>
            </p:cNvCxnSpPr>
            <p:nvPr/>
          </p:nvCxnSpPr>
          <p:spPr>
            <a:xfrm>
              <a:off x="7287909" y="2726400"/>
              <a:ext cx="3551025" cy="2769221"/>
            </a:xfrm>
            <a:prstGeom prst="bentConnector3">
              <a:avLst>
                <a:gd name="adj1" fmla="val 106438"/>
              </a:avLst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20" name="Graphic 119" descr="Arrow circle with solid fill">
              <a:extLst>
                <a:ext uri="{FF2B5EF4-FFF2-40B4-BE49-F238E27FC236}">
                  <a16:creationId xmlns:a16="http://schemas.microsoft.com/office/drawing/2014/main" id="{BEA50830-306D-6889-E7CB-2DDE236D14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49244" y="4059343"/>
              <a:ext cx="914400" cy="914400"/>
            </a:xfrm>
            <a:prstGeom prst="rect">
              <a:avLst/>
            </a:prstGeom>
          </p:spPr>
        </p:pic>
        <p:pic>
          <p:nvPicPr>
            <p:cNvPr id="121" name="Graphic 120" descr="Arrow circle with solid fill">
              <a:extLst>
                <a:ext uri="{FF2B5EF4-FFF2-40B4-BE49-F238E27FC236}">
                  <a16:creationId xmlns:a16="http://schemas.microsoft.com/office/drawing/2014/main" id="{90104B69-D4E6-9E0A-3043-43A5C89D14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87279" y="4061401"/>
              <a:ext cx="914400" cy="914400"/>
            </a:xfrm>
            <a:prstGeom prst="rect">
              <a:avLst/>
            </a:prstGeom>
          </p:spPr>
        </p:pic>
        <p:sp>
          <p:nvSpPr>
            <p:cNvPr id="122" name="Rounded Rectangle 121">
              <a:extLst>
                <a:ext uri="{FF2B5EF4-FFF2-40B4-BE49-F238E27FC236}">
                  <a16:creationId xmlns:a16="http://schemas.microsoft.com/office/drawing/2014/main" id="{C912EAA7-6004-991C-7CB3-943E307CF2F6}"/>
                </a:ext>
              </a:extLst>
            </p:cNvPr>
            <p:cNvSpPr/>
            <p:nvPr/>
          </p:nvSpPr>
          <p:spPr>
            <a:xfrm>
              <a:off x="4743449" y="5125604"/>
              <a:ext cx="2544460" cy="74003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6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r>
                <a:rPr lang="en-US" dirty="0">
                  <a:solidFill>
                    <a:schemeClr val="tx1"/>
                  </a:solidFill>
                </a:rPr>
                <a:t>JSON Generation Agent</a:t>
              </a:r>
            </a:p>
          </p:txBody>
        </p: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3312A102-AD78-41F1-0107-65B0ED9A3387}"/>
                </a:ext>
              </a:extLst>
            </p:cNvPr>
            <p:cNvCxnSpPr>
              <a:cxnSpLocks/>
              <a:stCxn id="29" idx="1"/>
              <a:endCxn id="122" idx="3"/>
            </p:cNvCxnSpPr>
            <p:nvPr/>
          </p:nvCxnSpPr>
          <p:spPr>
            <a:xfrm flipH="1">
              <a:off x="7287909" y="5495621"/>
              <a:ext cx="1166171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5E9B601-7E79-4EFA-E9F3-A7E62D1D4F2A}"/>
                </a:ext>
              </a:extLst>
            </p:cNvPr>
            <p:cNvSpPr txBox="1"/>
            <p:nvPr/>
          </p:nvSpPr>
          <p:spPr>
            <a:xfrm>
              <a:off x="8964137" y="1030678"/>
              <a:ext cx="1977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Output</a:t>
              </a:r>
            </a:p>
          </p:txBody>
        </p:sp>
        <p:sp>
          <p:nvSpPr>
            <p:cNvPr id="126" name="Rounded Rectangle 125">
              <a:extLst>
                <a:ext uri="{FF2B5EF4-FFF2-40B4-BE49-F238E27FC236}">
                  <a16:creationId xmlns:a16="http://schemas.microsoft.com/office/drawing/2014/main" id="{88E3758D-0FCB-9186-B34C-4236B32D4BFD}"/>
                </a:ext>
              </a:extLst>
            </p:cNvPr>
            <p:cNvSpPr/>
            <p:nvPr/>
          </p:nvSpPr>
          <p:spPr>
            <a:xfrm>
              <a:off x="8454080" y="6016395"/>
              <a:ext cx="2384854" cy="74003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r>
                <a:rPr lang="en-US" dirty="0">
                  <a:solidFill>
                    <a:schemeClr val="tx1"/>
                  </a:solidFill>
                </a:rPr>
                <a:t>TAPP JSON Schema</a:t>
              </a:r>
            </a:p>
          </p:txBody>
        </p:sp>
        <p:cxnSp>
          <p:nvCxnSpPr>
            <p:cNvPr id="130" name="Elbow Connector 129">
              <a:extLst>
                <a:ext uri="{FF2B5EF4-FFF2-40B4-BE49-F238E27FC236}">
                  <a16:creationId xmlns:a16="http://schemas.microsoft.com/office/drawing/2014/main" id="{9B59229B-3618-26AA-094D-C7ED45DDAB62}"/>
                </a:ext>
              </a:extLst>
            </p:cNvPr>
            <p:cNvCxnSpPr>
              <a:cxnSpLocks/>
              <a:stCxn id="122" idx="2"/>
              <a:endCxn id="126" idx="1"/>
            </p:cNvCxnSpPr>
            <p:nvPr/>
          </p:nvCxnSpPr>
          <p:spPr>
            <a:xfrm rot="16200000" flipH="1">
              <a:off x="6974492" y="4906823"/>
              <a:ext cx="520775" cy="2438401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2" name="Graphic 11" descr="Checklist with solid fill">
              <a:extLst>
                <a:ext uri="{FF2B5EF4-FFF2-40B4-BE49-F238E27FC236}">
                  <a16:creationId xmlns:a16="http://schemas.microsoft.com/office/drawing/2014/main" id="{F6671C62-CF56-80AA-3F40-E484651B2B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16200" y="5285197"/>
              <a:ext cx="447937" cy="447937"/>
            </a:xfrm>
            <a:prstGeom prst="rect">
              <a:avLst/>
            </a:prstGeom>
          </p:spPr>
        </p:pic>
        <p:pic>
          <p:nvPicPr>
            <p:cNvPr id="137" name="Graphic 136" descr="Books with solid fill">
              <a:extLst>
                <a:ext uri="{FF2B5EF4-FFF2-40B4-BE49-F238E27FC236}">
                  <a16:creationId xmlns:a16="http://schemas.microsoft.com/office/drawing/2014/main" id="{FCE437EB-A505-03EE-AE1D-7B2D483D86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74971" y="2706455"/>
              <a:ext cx="464405" cy="464405"/>
            </a:xfrm>
            <a:prstGeom prst="rect">
              <a:avLst/>
            </a:prstGeom>
          </p:spPr>
        </p:pic>
        <p:pic>
          <p:nvPicPr>
            <p:cNvPr id="149" name="Graphic 148" descr="Group brainstorm with solid fill">
              <a:extLst>
                <a:ext uri="{FF2B5EF4-FFF2-40B4-BE49-F238E27FC236}">
                  <a16:creationId xmlns:a16="http://schemas.microsoft.com/office/drawing/2014/main" id="{E0092674-1226-1F65-80A3-E98347A0AD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46719" y="4713908"/>
              <a:ext cx="508677" cy="508677"/>
            </a:xfrm>
            <a:prstGeom prst="rect">
              <a:avLst/>
            </a:prstGeom>
          </p:spPr>
        </p:pic>
        <p:pic>
          <p:nvPicPr>
            <p:cNvPr id="151" name="Graphic 150" descr="Head with gears with solid fill">
              <a:extLst>
                <a:ext uri="{FF2B5EF4-FFF2-40B4-BE49-F238E27FC236}">
                  <a16:creationId xmlns:a16="http://schemas.microsoft.com/office/drawing/2014/main" id="{11282C9D-4153-EA33-5FC8-E5DCAA92EF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822222" y="3747735"/>
              <a:ext cx="456679" cy="456679"/>
            </a:xfrm>
            <a:prstGeom prst="rect">
              <a:avLst/>
            </a:prstGeom>
          </p:spPr>
        </p:pic>
        <p:pic>
          <p:nvPicPr>
            <p:cNvPr id="153" name="Graphic 152" descr="Document with solid fill">
              <a:extLst>
                <a:ext uri="{FF2B5EF4-FFF2-40B4-BE49-F238E27FC236}">
                  <a16:creationId xmlns:a16="http://schemas.microsoft.com/office/drawing/2014/main" id="{0474C0C3-8AC9-3C44-9AFF-A810A5FD98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522292" y="6122079"/>
              <a:ext cx="439786" cy="439786"/>
            </a:xfrm>
            <a:prstGeom prst="rect">
              <a:avLst/>
            </a:prstGeom>
          </p:spPr>
        </p:pic>
        <p:pic>
          <p:nvPicPr>
            <p:cNvPr id="157" name="Graphic 156" descr="List with solid fill">
              <a:extLst>
                <a:ext uri="{FF2B5EF4-FFF2-40B4-BE49-F238E27FC236}">
                  <a16:creationId xmlns:a16="http://schemas.microsoft.com/office/drawing/2014/main" id="{078EC524-BE98-3803-05A4-294091CE89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516200" y="3550883"/>
              <a:ext cx="440207" cy="440207"/>
            </a:xfrm>
            <a:prstGeom prst="rect">
              <a:avLst/>
            </a:prstGeom>
          </p:spPr>
        </p:pic>
        <p:pic>
          <p:nvPicPr>
            <p:cNvPr id="163" name="Graphic 162" descr="Gears with solid fill">
              <a:extLst>
                <a:ext uri="{FF2B5EF4-FFF2-40B4-BE49-F238E27FC236}">
                  <a16:creationId xmlns:a16="http://schemas.microsoft.com/office/drawing/2014/main" id="{80BC3857-890A-D5D4-C114-54B67A153C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804617" y="2704040"/>
              <a:ext cx="457391" cy="457391"/>
            </a:xfrm>
            <a:prstGeom prst="rect">
              <a:avLst/>
            </a:prstGeom>
          </p:spPr>
        </p:pic>
        <p:pic>
          <p:nvPicPr>
            <p:cNvPr id="184" name="Graphic 183" descr="Newspaper with solid fill">
              <a:extLst>
                <a:ext uri="{FF2B5EF4-FFF2-40B4-BE49-F238E27FC236}">
                  <a16:creationId xmlns:a16="http://schemas.microsoft.com/office/drawing/2014/main" id="{AE08089E-A664-0E3E-0DB4-E1D762D9247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531162" y="917954"/>
              <a:ext cx="582417" cy="582417"/>
            </a:xfrm>
            <a:prstGeom prst="rect">
              <a:avLst/>
            </a:prstGeom>
          </p:spPr>
        </p:pic>
        <p:pic>
          <p:nvPicPr>
            <p:cNvPr id="188" name="Graphic 187" descr="Pencil with solid fill">
              <a:extLst>
                <a:ext uri="{FF2B5EF4-FFF2-40B4-BE49-F238E27FC236}">
                  <a16:creationId xmlns:a16="http://schemas.microsoft.com/office/drawing/2014/main" id="{5F102268-84ED-840B-1759-3BA7EE9729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835442" y="5187403"/>
              <a:ext cx="395740" cy="395740"/>
            </a:xfrm>
            <a:prstGeom prst="rect">
              <a:avLst/>
            </a:prstGeom>
          </p:spPr>
        </p:pic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34F37BBB-F8EA-9C34-64BF-8C5867748193}"/>
                </a:ext>
              </a:extLst>
            </p:cNvPr>
            <p:cNvSpPr/>
            <p:nvPr/>
          </p:nvSpPr>
          <p:spPr>
            <a:xfrm>
              <a:off x="989566" y="1547629"/>
              <a:ext cx="2659793" cy="74003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r>
                <a:rPr lang="en-US" dirty="0">
                  <a:solidFill>
                    <a:schemeClr val="tx1"/>
                  </a:solidFill>
                </a:rPr>
                <a:t>Review papers</a:t>
              </a:r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9CDDA6CE-0597-2578-4B2C-600502CC0BE1}"/>
                </a:ext>
              </a:extLst>
            </p:cNvPr>
            <p:cNvSpPr/>
            <p:nvPr/>
          </p:nvSpPr>
          <p:spPr>
            <a:xfrm>
              <a:off x="4663644" y="1547629"/>
              <a:ext cx="2723635" cy="74003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6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r>
                <a:rPr lang="en-US" dirty="0">
                  <a:solidFill>
                    <a:schemeClr val="tx1"/>
                  </a:solidFill>
                </a:rPr>
                <a:t>Scope &amp; Analytical Mode Identification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D1BE64FD-1CB9-2DED-3A33-32A51A3B0DF2}"/>
                </a:ext>
              </a:extLst>
            </p:cNvPr>
            <p:cNvSpPr/>
            <p:nvPr/>
          </p:nvSpPr>
          <p:spPr>
            <a:xfrm>
              <a:off x="8454080" y="1546565"/>
              <a:ext cx="2384854" cy="7379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r>
                <a:rPr lang="en-US" dirty="0">
                  <a:solidFill>
                    <a:schemeClr val="tx1"/>
                  </a:solidFill>
                </a:rPr>
                <a:t>TAPP Template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E34CDFA-41B1-A32C-BDE0-9B50E176B2E2}"/>
                </a:ext>
              </a:extLst>
            </p:cNvPr>
            <p:cNvCxnSpPr>
              <a:cxnSpLocks/>
              <a:stCxn id="2" idx="3"/>
              <a:endCxn id="3" idx="1"/>
            </p:cNvCxnSpPr>
            <p:nvPr/>
          </p:nvCxnSpPr>
          <p:spPr>
            <a:xfrm>
              <a:off x="3649359" y="1917646"/>
              <a:ext cx="101428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54E5640-2FCE-9B5B-D626-4B0EA1D560F3}"/>
                </a:ext>
              </a:extLst>
            </p:cNvPr>
            <p:cNvCxnSpPr>
              <a:cxnSpLocks/>
              <a:stCxn id="3" idx="3"/>
              <a:endCxn id="7" idx="1"/>
            </p:cNvCxnSpPr>
            <p:nvPr/>
          </p:nvCxnSpPr>
          <p:spPr>
            <a:xfrm flipV="1">
              <a:off x="7387279" y="1915562"/>
              <a:ext cx="1066801" cy="208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Elbow Connector 34">
              <a:extLst>
                <a:ext uri="{FF2B5EF4-FFF2-40B4-BE49-F238E27FC236}">
                  <a16:creationId xmlns:a16="http://schemas.microsoft.com/office/drawing/2014/main" id="{66AB3431-3D26-4DE0-F4AD-A0E2F7205F0A}"/>
                </a:ext>
              </a:extLst>
            </p:cNvPr>
            <p:cNvCxnSpPr>
              <a:stCxn id="7" idx="2"/>
              <a:endCxn id="17" idx="0"/>
            </p:cNvCxnSpPr>
            <p:nvPr/>
          </p:nvCxnSpPr>
          <p:spPr>
            <a:xfrm rot="5400000">
              <a:off x="7693348" y="606889"/>
              <a:ext cx="275490" cy="3630828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36" name="Graphic 35" descr="Open book with solid fill">
              <a:extLst>
                <a:ext uri="{FF2B5EF4-FFF2-40B4-BE49-F238E27FC236}">
                  <a16:creationId xmlns:a16="http://schemas.microsoft.com/office/drawing/2014/main" id="{A8BE91C0-E16B-5E6D-61CB-E4C3A0BEE3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74971" y="1689475"/>
              <a:ext cx="452172" cy="452172"/>
            </a:xfrm>
            <a:prstGeom prst="rect">
              <a:avLst/>
            </a:prstGeom>
          </p:spPr>
        </p:pic>
        <p:pic>
          <p:nvPicPr>
            <p:cNvPr id="38" name="Graphic 37" descr="Magnifying glass with solid fill">
              <a:extLst>
                <a:ext uri="{FF2B5EF4-FFF2-40B4-BE49-F238E27FC236}">
                  <a16:creationId xmlns:a16="http://schemas.microsoft.com/office/drawing/2014/main" id="{8C61DFED-BE5C-E4BE-3AC6-631C53C47D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830555" y="1709121"/>
              <a:ext cx="400627" cy="400627"/>
            </a:xfrm>
            <a:prstGeom prst="rect">
              <a:avLst/>
            </a:prstGeom>
          </p:spPr>
        </p:pic>
        <p:pic>
          <p:nvPicPr>
            <p:cNvPr id="42" name="Graphic 41" descr="Playbook with solid fill">
              <a:extLst>
                <a:ext uri="{FF2B5EF4-FFF2-40B4-BE49-F238E27FC236}">
                  <a16:creationId xmlns:a16="http://schemas.microsoft.com/office/drawing/2014/main" id="{847C5637-E280-EC73-DE72-E85C06A77D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8493473" y="1662550"/>
              <a:ext cx="503251" cy="503251"/>
            </a:xfrm>
            <a:prstGeom prst="rect">
              <a:avLst/>
            </a:prstGeom>
          </p:spPr>
        </p:pic>
        <p:pic>
          <p:nvPicPr>
            <p:cNvPr id="45" name="Graphic 44" descr="Books on shelf with solid fill">
              <a:extLst>
                <a:ext uri="{FF2B5EF4-FFF2-40B4-BE49-F238E27FC236}">
                  <a16:creationId xmlns:a16="http://schemas.microsoft.com/office/drawing/2014/main" id="{87078EF1-2960-79F3-E16F-0CF2FDA107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74971" y="3744377"/>
              <a:ext cx="460037" cy="460037"/>
            </a:xfrm>
            <a:prstGeom prst="rect">
              <a:avLst/>
            </a:prstGeom>
          </p:spPr>
        </p:pic>
      </p:grp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153ABBB-D428-3342-6EF4-AA74F51D0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389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A4CE6-C391-BCF5-2D58-CCB939C62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TAPP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3916C-0779-0105-3ED9-9F698E883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4EB298-3B51-3273-E650-2706D4879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573325-69C7-26C0-B703-DA2135B43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927" y="1528907"/>
            <a:ext cx="4192796" cy="51925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743A97-468D-E468-36B8-7A7F0D619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22" y="1405113"/>
            <a:ext cx="6276614" cy="531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8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TAPP Development Progress</a:t>
            </a:r>
          </a:p>
        </p:txBody>
      </p:sp>
      <p:sp>
        <p:nvSpPr>
          <p:cNvPr id="3" name="TextBox Left"/>
          <p:cNvSpPr txBox="1">
            <a:spLocks/>
          </p:cNvSpPr>
          <p:nvPr/>
        </p:nvSpPr>
        <p:spPr>
          <a:xfrm>
            <a:off x="256550" y="1798320"/>
            <a:ext cx="5374758" cy="2677656"/>
          </a:xfrm>
          <a:prstGeom prst="rect">
            <a:avLst/>
          </a:prstGeom>
          <a:solidFill>
            <a:srgbClr val="EBF3FB"/>
          </a:solidFill>
          <a:ln>
            <a:solidFill>
              <a:srgbClr val="2E75B6"/>
            </a:solidFill>
          </a:ln>
        </p:spPr>
        <p:txBody>
          <a:bodyPr wrap="square" lIns="228600" tIns="228600" rIns="228600" bIns="228600" rtlCol="0">
            <a:spAutoFit/>
          </a:bodyPr>
          <a:lstStyle/>
          <a:p>
            <a:r>
              <a:rPr lang="en-US" sz="1800" b="1" dirty="0">
                <a:solidFill>
                  <a:srgbClr val="1F4E79"/>
                </a:solidFill>
              </a:rPr>
              <a:t>Ready for expert review — 11 TAPPs</a:t>
            </a:r>
          </a:p>
          <a:p>
            <a:pPr marL="228600" indent="-228600"/>
            <a:r>
              <a:rPr lang="en-US" sz="1400" b="1" dirty="0">
                <a:solidFill>
                  <a:srgbClr val="00B050"/>
                </a:solidFill>
              </a:rPr>
              <a:t>✓  </a:t>
            </a:r>
            <a:r>
              <a:rPr lang="en-US" sz="1400" dirty="0"/>
              <a:t>Electron Probe Microanalysis (EPMA) </a:t>
            </a:r>
          </a:p>
          <a:p>
            <a:pPr marL="228600" indent="-228600"/>
            <a:r>
              <a:rPr lang="en-US" sz="1400" b="1" dirty="0">
                <a:solidFill>
                  <a:srgbClr val="00B050"/>
                </a:solidFill>
              </a:rPr>
              <a:t>✓  </a:t>
            </a:r>
            <a:r>
              <a:rPr lang="en-US" sz="1400" dirty="0"/>
              <a:t>Scanning Electron Microscopy (SEM</a:t>
            </a:r>
          </a:p>
          <a:p>
            <a:pPr marL="228600" indent="-228600"/>
            <a:r>
              <a:rPr lang="en-US" sz="1400" b="1" dirty="0">
                <a:solidFill>
                  <a:srgbClr val="00B050"/>
                </a:solidFill>
              </a:rPr>
              <a:t>✓  </a:t>
            </a:r>
            <a:r>
              <a:rPr lang="en-US" sz="1400" dirty="0"/>
              <a:t>Transmission Electron Microscopy (TEM) </a:t>
            </a:r>
          </a:p>
          <a:p>
            <a:pPr marL="228600" indent="-228600"/>
            <a:r>
              <a:rPr lang="en-US" sz="1400" b="1" dirty="0">
                <a:solidFill>
                  <a:srgbClr val="00B050"/>
                </a:solidFill>
              </a:rPr>
              <a:t>✓  </a:t>
            </a:r>
            <a:r>
              <a:rPr lang="en-US" sz="1400" dirty="0"/>
              <a:t>LA-Q/SF-ICP-MS and its U-Pb Geochronology variant</a:t>
            </a:r>
          </a:p>
          <a:p>
            <a:pPr marL="228600" indent="-228600"/>
            <a:r>
              <a:rPr lang="en-US" sz="1400" b="1" dirty="0">
                <a:solidFill>
                  <a:srgbClr val="00B050"/>
                </a:solidFill>
              </a:rPr>
              <a:t>✓  </a:t>
            </a:r>
            <a:r>
              <a:rPr lang="en-US" sz="1400" dirty="0"/>
              <a:t>LA-MC-ICP-MS and its U-Pb Geochronology variant</a:t>
            </a:r>
          </a:p>
          <a:p>
            <a:pPr marL="228600" indent="-228600"/>
            <a:r>
              <a:rPr lang="en-US" sz="1400" b="1" dirty="0">
                <a:solidFill>
                  <a:srgbClr val="00B050"/>
                </a:solidFill>
              </a:rPr>
              <a:t>✓  </a:t>
            </a:r>
            <a:r>
              <a:rPr lang="en-US" sz="1400" dirty="0"/>
              <a:t>Solution Q-ICP-MS </a:t>
            </a:r>
          </a:p>
          <a:p>
            <a:pPr marL="228600" indent="-228600"/>
            <a:r>
              <a:rPr lang="en-US" sz="1400" b="1" dirty="0">
                <a:solidFill>
                  <a:srgbClr val="00B050"/>
                </a:solidFill>
              </a:rPr>
              <a:t>✓  </a:t>
            </a:r>
            <a:r>
              <a:rPr lang="en-US" sz="1400" dirty="0"/>
              <a:t>Solution SF-ICP-MS </a:t>
            </a:r>
          </a:p>
          <a:p>
            <a:pPr marL="228600" indent="-228600"/>
            <a:r>
              <a:rPr lang="en-US" sz="1400" b="1" dirty="0">
                <a:solidFill>
                  <a:srgbClr val="00B050"/>
                </a:solidFill>
              </a:rPr>
              <a:t>✓  </a:t>
            </a:r>
            <a:r>
              <a:rPr lang="en-US" sz="1400" dirty="0"/>
              <a:t>Solution MC-ICP-MS </a:t>
            </a:r>
          </a:p>
          <a:p>
            <a:pPr marL="228600" indent="-228600"/>
            <a:r>
              <a:rPr lang="en-US" sz="1400" b="1" dirty="0">
                <a:solidFill>
                  <a:srgbClr val="00B050"/>
                </a:solidFill>
              </a:rPr>
              <a:t>✓  </a:t>
            </a:r>
            <a:r>
              <a:rPr lang="en-US" sz="1400" dirty="0"/>
              <a:t>Laboratory X-ray CT (Lab-XCT) </a:t>
            </a:r>
          </a:p>
        </p:txBody>
      </p:sp>
      <p:sp>
        <p:nvSpPr>
          <p:cNvPr id="4" name="TextBox Right"/>
          <p:cNvSpPr txBox="1">
            <a:spLocks/>
          </p:cNvSpPr>
          <p:nvPr/>
        </p:nvSpPr>
        <p:spPr>
          <a:xfrm>
            <a:off x="6320653" y="1798320"/>
            <a:ext cx="5374758" cy="2246769"/>
          </a:xfrm>
          <a:prstGeom prst="rect">
            <a:avLst/>
          </a:prstGeom>
          <a:solidFill>
            <a:srgbClr val="FFF2CC"/>
          </a:solidFill>
          <a:ln>
            <a:solidFill>
              <a:srgbClr val="BF8F00"/>
            </a:solidFill>
          </a:ln>
        </p:spPr>
        <p:txBody>
          <a:bodyPr wrap="square" lIns="228600" tIns="228600" rIns="228600" bIns="228600" rtlCol="0">
            <a:spAutoFit/>
          </a:bodyPr>
          <a:lstStyle/>
          <a:p>
            <a:r>
              <a:rPr lang="en-US" sz="1800" b="1" dirty="0">
                <a:solidFill>
                  <a:srgbClr val="7F6000"/>
                </a:solidFill>
              </a:rPr>
              <a:t>High-Priority Planned</a:t>
            </a:r>
          </a:p>
          <a:p>
            <a:pPr marL="228600" indent="-228600"/>
            <a:r>
              <a:rPr lang="en-US" sz="1400" dirty="0"/>
              <a:t>○  Noble Gas Mass Spectrometry</a:t>
            </a:r>
          </a:p>
          <a:p>
            <a:pPr marL="228600" indent="-228600"/>
            <a:r>
              <a:rPr lang="en-US" sz="1400" dirty="0"/>
              <a:t>○  ⁴⁰</a:t>
            </a:r>
            <a:r>
              <a:rPr lang="en-US" sz="1400" dirty="0" err="1"/>
              <a:t>Ar</a:t>
            </a:r>
            <a:r>
              <a:rPr lang="en-US" sz="1400" dirty="0"/>
              <a:t>/</a:t>
            </a:r>
            <a:r>
              <a:rPr lang="en-US" sz="1400" baseline="30000" dirty="0"/>
              <a:t>39</a:t>
            </a:r>
            <a:r>
              <a:rPr lang="en-US" sz="1400" dirty="0"/>
              <a:t>Ar Geochronology</a:t>
            </a:r>
          </a:p>
          <a:p>
            <a:pPr marL="228600" indent="-228600"/>
            <a:r>
              <a:rPr lang="en-US" sz="1400" dirty="0"/>
              <a:t>○  SIMS / NanoSIMS</a:t>
            </a:r>
          </a:p>
          <a:p>
            <a:pPr marL="228600" indent="-228600"/>
            <a:r>
              <a:rPr lang="en-US" sz="1400" dirty="0"/>
              <a:t>○  Raman Vibrational Spectroscopy</a:t>
            </a:r>
          </a:p>
          <a:p>
            <a:pPr marL="228600" indent="-228600"/>
            <a:r>
              <a:rPr lang="en-US" sz="1400" dirty="0"/>
              <a:t>○  XRD / XRF</a:t>
            </a:r>
          </a:p>
          <a:p>
            <a:pPr marL="228600" indent="-228600"/>
            <a:r>
              <a:rPr lang="en-US" sz="1400" dirty="0"/>
              <a:t>○  GC-MS / EA-IRMS</a:t>
            </a:r>
          </a:p>
          <a:p>
            <a:pPr marL="228600" indent="-228600"/>
            <a:r>
              <a:rPr lang="en-US" sz="1400" dirty="0"/>
              <a:t>○  TIMS / VNMIR / XANES / ...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94ADD5-F41C-14AD-8A8E-D93DEF7FB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27BEF6-D592-C026-B7B4-93AC70535148}"/>
              </a:ext>
            </a:extLst>
          </p:cNvPr>
          <p:cNvSpPr txBox="1"/>
          <p:nvPr/>
        </p:nvSpPr>
        <p:spPr>
          <a:xfrm>
            <a:off x="256550" y="4831387"/>
            <a:ext cx="11678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Covering 2/3 of data submitted to </a:t>
            </a:r>
            <a:r>
              <a:rPr lang="en-US" dirty="0" err="1"/>
              <a:t>Astromat</a:t>
            </a:r>
            <a:r>
              <a:rPr lang="en-US" dirty="0"/>
              <a:t> Data Archive by </a:t>
            </a:r>
            <a:r>
              <a:rPr lang="en-US" dirty="0" err="1"/>
              <a:t>OSIRIS-Rex</a:t>
            </a:r>
            <a:r>
              <a:rPr lang="en-US" dirty="0"/>
              <a:t> SAMIS team at University of Arizona.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BB0E3-1D62-9FC9-0F1A-B0B7A59E0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EEDEE-8A31-CC3E-3C5E-1370224C03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Looking forward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4A8ADF-7480-3C81-33C3-9BC0851A42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AEE4D-F66A-02E4-85D1-F74A66C42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405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5A8C9-3F47-6FB6-ED63-F47510C03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TAPPs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F863A-1B29-5C49-C98A-A2442D968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74927" cy="466725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checklist for data providers when reporting procedures/analyses.</a:t>
            </a:r>
          </a:p>
          <a:p>
            <a:r>
              <a:rPr lang="en-US" dirty="0"/>
              <a:t>A test for data re-users when evaluating data reproducibility and reusability.</a:t>
            </a:r>
          </a:p>
          <a:p>
            <a:r>
              <a:rPr lang="en-US" dirty="0"/>
              <a:t>A standard to align publishers, databases, and funding agencies.</a:t>
            </a:r>
          </a:p>
          <a:p>
            <a:r>
              <a:rPr lang="en-US" dirty="0"/>
              <a:t>A kernel for building automated procedure registration and validation tools.</a:t>
            </a:r>
          </a:p>
          <a:p>
            <a:pPr lvl="1"/>
            <a:r>
              <a:rPr lang="en-US" dirty="0"/>
              <a:t>Allows procedure reusing and versioning.</a:t>
            </a:r>
          </a:p>
          <a:p>
            <a:pPr lvl="1"/>
            <a:r>
              <a:rPr lang="en-US" dirty="0"/>
              <a:t>Supports peer-review requirements by funding agencies like NASA.</a:t>
            </a:r>
          </a:p>
          <a:p>
            <a:r>
              <a:rPr lang="en-US" dirty="0"/>
              <a:t>A foundation for structured, machine-readable records of procedure/analysis metadata.</a:t>
            </a:r>
          </a:p>
          <a:p>
            <a:pPr lvl="1"/>
            <a:r>
              <a:rPr lang="en-US" dirty="0"/>
              <a:t>Enrich parameter space for data-driven algorithms.</a:t>
            </a:r>
          </a:p>
          <a:p>
            <a:pPr lvl="1"/>
            <a:r>
              <a:rPr lang="en-US" dirty="0"/>
              <a:t>Enable more complex, customized data search needs.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BC290-1ED9-B87C-E527-93FC9D844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28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8557C-10F2-002E-845B-0A25AEFCB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17</a:t>
            </a:fld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4B1866A-9BF1-CF9D-3918-D7E81B880ED2}"/>
              </a:ext>
            </a:extLst>
          </p:cNvPr>
          <p:cNvSpPr/>
          <p:nvPr/>
        </p:nvSpPr>
        <p:spPr>
          <a:xfrm>
            <a:off x="838200" y="2694718"/>
            <a:ext cx="1932911" cy="8636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Procedure Metadata Assessment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AA91284-499B-463A-396B-F5BEA566C71D}"/>
              </a:ext>
            </a:extLst>
          </p:cNvPr>
          <p:cNvSpPr/>
          <p:nvPr/>
        </p:nvSpPr>
        <p:spPr>
          <a:xfrm>
            <a:off x="3899204" y="2694718"/>
            <a:ext cx="1937192" cy="8636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Procedure Registration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6C74456-48AD-21CB-2A26-7C8250F0F361}"/>
              </a:ext>
            </a:extLst>
          </p:cNvPr>
          <p:cNvSpPr/>
          <p:nvPr/>
        </p:nvSpPr>
        <p:spPr>
          <a:xfrm>
            <a:off x="3832011" y="3990118"/>
            <a:ext cx="2054739" cy="86360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Machine-readable Procedure Record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2AA8F14-A70C-ED7E-618E-C3FF777181BC}"/>
              </a:ext>
            </a:extLst>
          </p:cNvPr>
          <p:cNvSpPr/>
          <p:nvPr/>
        </p:nvSpPr>
        <p:spPr>
          <a:xfrm>
            <a:off x="6855346" y="2694718"/>
            <a:ext cx="1937192" cy="8636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Procedure Implementation (Analysis)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E153FA7-AFBB-5E96-2F1A-28512F6C6D3F}"/>
              </a:ext>
            </a:extLst>
          </p:cNvPr>
          <p:cNvSpPr/>
          <p:nvPr/>
        </p:nvSpPr>
        <p:spPr>
          <a:xfrm>
            <a:off x="6804988" y="3990118"/>
            <a:ext cx="2054739" cy="86360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Machine-readable Analysis Record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EEDF8B7-D69E-7D42-EC34-7A10A8C75051}"/>
              </a:ext>
            </a:extLst>
          </p:cNvPr>
          <p:cNvSpPr/>
          <p:nvPr/>
        </p:nvSpPr>
        <p:spPr>
          <a:xfrm>
            <a:off x="9560446" y="2694718"/>
            <a:ext cx="1937192" cy="8636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27E6D46-CBB9-FCD5-185E-21C2A7BBA409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2771111" y="3126518"/>
            <a:ext cx="11280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7CD9C49-F368-8249-6FB7-28ECE801A769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5836396" y="3126518"/>
            <a:ext cx="10189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27AE54B-EB1B-3D9E-2C48-1063DC68FC17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8792538" y="3126518"/>
            <a:ext cx="7679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9CA043F-6680-9791-B3FF-98297A8F8890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4859381" y="3558318"/>
            <a:ext cx="8419" cy="431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BCB938A-0410-7A73-E951-929BCDCFACBB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7823942" y="3558318"/>
            <a:ext cx="8416" cy="431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8C75426-2B21-10C6-BA50-2BEB525E44EC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5886750" y="4421918"/>
            <a:ext cx="918238" cy="0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6C44293-E84D-A076-B4EE-389D591467EC}"/>
              </a:ext>
            </a:extLst>
          </p:cNvPr>
          <p:cNvSpPr/>
          <p:nvPr/>
        </p:nvSpPr>
        <p:spPr>
          <a:xfrm>
            <a:off x="9560446" y="5491893"/>
            <a:ext cx="1937192" cy="863600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Database (</a:t>
            </a:r>
            <a:r>
              <a:rPr lang="en-US" i="1" dirty="0">
                <a:solidFill>
                  <a:schemeClr val="bg1"/>
                </a:solidFill>
              </a:rPr>
              <a:t>e.g., </a:t>
            </a:r>
            <a:r>
              <a:rPr lang="en-US" dirty="0" err="1">
                <a:solidFill>
                  <a:schemeClr val="bg1"/>
                </a:solidFill>
              </a:rPr>
              <a:t>Astromat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F7F4F03-6A9C-D07E-2BE0-34E36179F8DE}"/>
              </a:ext>
            </a:extLst>
          </p:cNvPr>
          <p:cNvSpPr/>
          <p:nvPr/>
        </p:nvSpPr>
        <p:spPr>
          <a:xfrm>
            <a:off x="9560446" y="3990118"/>
            <a:ext cx="1937192" cy="8636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Bundle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36AC162-C4AB-4C87-5C40-AE97C35A4B82}"/>
              </a:ext>
            </a:extLst>
          </p:cNvPr>
          <p:cNvCxnSpPr>
            <a:cxnSpLocks/>
            <a:stCxn id="11" idx="2"/>
            <a:endCxn id="27" idx="0"/>
          </p:cNvCxnSpPr>
          <p:nvPr/>
        </p:nvCxnSpPr>
        <p:spPr>
          <a:xfrm>
            <a:off x="10529042" y="3558318"/>
            <a:ext cx="0" cy="431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30FA118-B3EA-3A30-62BB-B25A47FEA18C}"/>
              </a:ext>
            </a:extLst>
          </p:cNvPr>
          <p:cNvCxnSpPr>
            <a:cxnSpLocks/>
            <a:stCxn id="10" idx="3"/>
            <a:endCxn id="27" idx="1"/>
          </p:cNvCxnSpPr>
          <p:nvPr/>
        </p:nvCxnSpPr>
        <p:spPr>
          <a:xfrm>
            <a:off x="8859727" y="4421918"/>
            <a:ext cx="7007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2A6C560-0FFA-7724-C423-7502BECE52EC}"/>
              </a:ext>
            </a:extLst>
          </p:cNvPr>
          <p:cNvCxnSpPr>
            <a:cxnSpLocks/>
            <a:stCxn id="27" idx="2"/>
            <a:endCxn id="24" idx="0"/>
          </p:cNvCxnSpPr>
          <p:nvPr/>
        </p:nvCxnSpPr>
        <p:spPr>
          <a:xfrm>
            <a:off x="10529042" y="4853718"/>
            <a:ext cx="0" cy="638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22AB29C-4917-4351-3E6A-360D8BAF6A12}"/>
              </a:ext>
            </a:extLst>
          </p:cNvPr>
          <p:cNvSpPr/>
          <p:nvPr/>
        </p:nvSpPr>
        <p:spPr>
          <a:xfrm>
            <a:off x="838204" y="1485188"/>
            <a:ext cx="1932904" cy="8636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Procedure Design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60110C5-2293-D1A3-2420-FEB0D6492FC6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>
            <a:off x="1804656" y="2348788"/>
            <a:ext cx="0" cy="345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E5F2B9C4-F374-46B7-C6BC-929C0DF2DEDE}"/>
              </a:ext>
            </a:extLst>
          </p:cNvPr>
          <p:cNvSpPr/>
          <p:nvPr/>
        </p:nvSpPr>
        <p:spPr>
          <a:xfrm>
            <a:off x="838200" y="3990118"/>
            <a:ext cx="1932904" cy="86360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TAPP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A737703-5B0B-E19C-C213-F01586D86282}"/>
              </a:ext>
            </a:extLst>
          </p:cNvPr>
          <p:cNvCxnSpPr>
            <a:cxnSpLocks/>
          </p:cNvCxnSpPr>
          <p:nvPr/>
        </p:nvCxnSpPr>
        <p:spPr>
          <a:xfrm>
            <a:off x="1725428" y="3558318"/>
            <a:ext cx="0" cy="431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187265F-7384-63E2-3B35-5E23CF901D63}"/>
              </a:ext>
            </a:extLst>
          </p:cNvPr>
          <p:cNvCxnSpPr>
            <a:cxnSpLocks/>
          </p:cNvCxnSpPr>
          <p:nvPr/>
        </p:nvCxnSpPr>
        <p:spPr>
          <a:xfrm flipV="1">
            <a:off x="2012507" y="3558318"/>
            <a:ext cx="0" cy="431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1F30471-3B86-E8DA-B679-F9F66213476A}"/>
              </a:ext>
            </a:extLst>
          </p:cNvPr>
          <p:cNvCxnSpPr>
            <a:cxnSpLocks/>
            <a:stCxn id="45" idx="3"/>
            <a:endCxn id="8" idx="1"/>
          </p:cNvCxnSpPr>
          <p:nvPr/>
        </p:nvCxnSpPr>
        <p:spPr>
          <a:xfrm>
            <a:off x="2771104" y="4421918"/>
            <a:ext cx="1060907" cy="0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1">
            <a:extLst>
              <a:ext uri="{FF2B5EF4-FFF2-40B4-BE49-F238E27FC236}">
                <a16:creationId xmlns:a16="http://schemas.microsoft.com/office/drawing/2014/main" id="{3CDD4665-4FD6-0D07-93A8-1EEF29BA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58055" cy="1325563"/>
          </a:xfrm>
        </p:spPr>
        <p:txBody>
          <a:bodyPr/>
          <a:lstStyle/>
          <a:p>
            <a:r>
              <a:rPr lang="en-US" dirty="0"/>
              <a:t>TAPP for machine-readable metadata curation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B1EB9C-CF3B-2776-2FB1-B861933E5662}"/>
              </a:ext>
            </a:extLst>
          </p:cNvPr>
          <p:cNvSpPr/>
          <p:nvPr/>
        </p:nvSpPr>
        <p:spPr>
          <a:xfrm>
            <a:off x="637309" y="2549236"/>
            <a:ext cx="8492836" cy="257694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302529-86B1-932A-CFEE-48FC07D42E12}"/>
              </a:ext>
            </a:extLst>
          </p:cNvPr>
          <p:cNvSpPr txBox="1"/>
          <p:nvPr/>
        </p:nvSpPr>
        <p:spPr>
          <a:xfrm>
            <a:off x="779539" y="5292232"/>
            <a:ext cx="47225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Relevant tools and user interfaces are under development at </a:t>
            </a:r>
            <a:r>
              <a:rPr lang="en-US" sz="2800" b="1" dirty="0" err="1">
                <a:solidFill>
                  <a:srgbClr val="C00000"/>
                </a:solidFill>
              </a:rPr>
              <a:t>Astromat</a:t>
            </a:r>
            <a:r>
              <a:rPr lang="en-US" sz="2800" b="1" dirty="0">
                <a:solidFill>
                  <a:srgbClr val="C00000"/>
                </a:solidFill>
              </a:rPr>
              <a:t>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D0DCBC5-E1E6-5EEC-4217-86AC4F28E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8596" y="5172805"/>
            <a:ext cx="3512402" cy="16575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6276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3C505-B97A-0634-5A1E-3C8A31D50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up to be a TAPP expert reviewer today!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85ECA-206E-7D11-37BD-ADC6094A5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DC1998-C70A-B285-2C99-A73F9F89E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331" y="1825626"/>
            <a:ext cx="4351337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31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B2CD2-D851-9D97-5471-4BA5CAFE1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574E1-1FF1-FFD6-EABD-CCF6523E3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EB26A-A01D-9A13-B5AF-0390F446B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033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E9EE4-D2F8-E892-C37F-61584E6CF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9C13C-1822-3051-F097-B306D654D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 </a:t>
            </a:r>
            <a:r>
              <a:rPr lang="en-US" dirty="0" err="1"/>
              <a:t>Astromat</a:t>
            </a:r>
            <a:r>
              <a:rPr lang="en-US" dirty="0"/>
              <a:t> Synthesis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49A2FE-244F-AFB6-DF4A-BB98CB3470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29"/>
          <a:stretch>
            <a:fillRect/>
          </a:stretch>
        </p:blipFill>
        <p:spPr>
          <a:xfrm>
            <a:off x="1285982" y="2198670"/>
            <a:ext cx="10067818" cy="448293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8BD4DFF-668E-0A3A-0360-24A91066E13E}"/>
              </a:ext>
            </a:extLst>
          </p:cNvPr>
          <p:cNvSpPr/>
          <p:nvPr/>
        </p:nvSpPr>
        <p:spPr>
          <a:xfrm>
            <a:off x="8496728" y="1909890"/>
            <a:ext cx="1017142" cy="4562830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1A64B1-3843-B0C5-FF9A-F0231946C027}"/>
              </a:ext>
            </a:extLst>
          </p:cNvPr>
          <p:cNvSpPr txBox="1"/>
          <p:nvPr/>
        </p:nvSpPr>
        <p:spPr>
          <a:xfrm>
            <a:off x="8368301" y="1909889"/>
            <a:ext cx="1273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069EBA-C538-66C4-3C1B-3F202E21AE04}"/>
              </a:ext>
            </a:extLst>
          </p:cNvPr>
          <p:cNvSpPr/>
          <p:nvPr/>
        </p:nvSpPr>
        <p:spPr>
          <a:xfrm>
            <a:off x="9544693" y="1909888"/>
            <a:ext cx="1715783" cy="221005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FF7DFA-3651-47CF-EDFB-F35DC0EEF2DF}"/>
              </a:ext>
            </a:extLst>
          </p:cNvPr>
          <p:cNvSpPr txBox="1"/>
          <p:nvPr/>
        </p:nvSpPr>
        <p:spPr>
          <a:xfrm>
            <a:off x="9770723" y="1956055"/>
            <a:ext cx="1273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Analytical Metadata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F8A6E2-94DB-6457-C5ED-B934BEB243B0}"/>
              </a:ext>
            </a:extLst>
          </p:cNvPr>
          <p:cNvSpPr/>
          <p:nvPr/>
        </p:nvSpPr>
        <p:spPr>
          <a:xfrm>
            <a:off x="4469257" y="1909888"/>
            <a:ext cx="3996647" cy="4562830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D67D68-2CB5-EE02-01BF-BCB61A7AA6A0}"/>
              </a:ext>
            </a:extLst>
          </p:cNvPr>
          <p:cNvSpPr txBox="1"/>
          <p:nvPr/>
        </p:nvSpPr>
        <p:spPr>
          <a:xfrm>
            <a:off x="5383231" y="1934401"/>
            <a:ext cx="2339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Sample Metadata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A18B9A-F985-E315-3C08-B9D21A9867A5}"/>
              </a:ext>
            </a:extLst>
          </p:cNvPr>
          <p:cNvSpPr/>
          <p:nvPr/>
        </p:nvSpPr>
        <p:spPr>
          <a:xfrm>
            <a:off x="2678130" y="1909888"/>
            <a:ext cx="1760303" cy="4562830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943468-5416-C2CA-BB0D-72EA0DC64490}"/>
              </a:ext>
            </a:extLst>
          </p:cNvPr>
          <p:cNvSpPr txBox="1"/>
          <p:nvPr/>
        </p:nvSpPr>
        <p:spPr>
          <a:xfrm>
            <a:off x="2607711" y="1882089"/>
            <a:ext cx="1871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Administrative Metadata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13A8BB-1DAB-7F60-18A9-E674E375C348}"/>
              </a:ext>
            </a:extLst>
          </p:cNvPr>
          <p:cNvSpPr/>
          <p:nvPr/>
        </p:nvSpPr>
        <p:spPr>
          <a:xfrm>
            <a:off x="1833937" y="1912134"/>
            <a:ext cx="813370" cy="4562830"/>
          </a:xfrm>
          <a:prstGeom prst="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1D3143-A8D0-47AB-BCA5-DE5ECA758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621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B1149-EF82-CD78-0FC6-EEAC79DB4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 ADA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EBDA27-077B-D458-CE92-35C1A6789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723" y="1567397"/>
            <a:ext cx="7090268" cy="471065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8427D-3E8D-4DD7-20BB-018E57DC5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21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6D0E85-2EEE-40EE-8361-8DD80D531904}"/>
              </a:ext>
            </a:extLst>
          </p:cNvPr>
          <p:cNvSpPr/>
          <p:nvPr/>
        </p:nvSpPr>
        <p:spPr>
          <a:xfrm>
            <a:off x="2696723" y="1793520"/>
            <a:ext cx="6986865" cy="1635480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F70273-B136-F8AA-F3DC-CF29B36CD563}"/>
              </a:ext>
            </a:extLst>
          </p:cNvPr>
          <p:cNvSpPr txBox="1"/>
          <p:nvPr/>
        </p:nvSpPr>
        <p:spPr>
          <a:xfrm>
            <a:off x="924501" y="2288094"/>
            <a:ext cx="1871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Bibliographic Metadata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04AB72-B381-677E-A3B0-86287EEB507B}"/>
              </a:ext>
            </a:extLst>
          </p:cNvPr>
          <p:cNvSpPr/>
          <p:nvPr/>
        </p:nvSpPr>
        <p:spPr>
          <a:xfrm>
            <a:off x="2696723" y="4380614"/>
            <a:ext cx="6986865" cy="776177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CE3A3-1F85-0FFA-5E9F-945568C211C9}"/>
              </a:ext>
            </a:extLst>
          </p:cNvPr>
          <p:cNvSpPr txBox="1"/>
          <p:nvPr/>
        </p:nvSpPr>
        <p:spPr>
          <a:xfrm>
            <a:off x="1023459" y="4403937"/>
            <a:ext cx="1960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Sample Metadata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780A82-2EBE-C0BB-ABC0-2CD72788E4BA}"/>
              </a:ext>
            </a:extLst>
          </p:cNvPr>
          <p:cNvSpPr/>
          <p:nvPr/>
        </p:nvSpPr>
        <p:spPr>
          <a:xfrm>
            <a:off x="2696723" y="3446500"/>
            <a:ext cx="6986865" cy="879141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640235-9AD7-76E3-A24A-6A03245705A0}"/>
              </a:ext>
            </a:extLst>
          </p:cNvPr>
          <p:cNvSpPr txBox="1"/>
          <p:nvPr/>
        </p:nvSpPr>
        <p:spPr>
          <a:xfrm>
            <a:off x="1366590" y="3578219"/>
            <a:ext cx="127399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Analytical Metadata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5F7C70-BC6F-F853-2743-12FFACC390E2}"/>
              </a:ext>
            </a:extLst>
          </p:cNvPr>
          <p:cNvSpPr/>
          <p:nvPr/>
        </p:nvSpPr>
        <p:spPr>
          <a:xfrm>
            <a:off x="2696723" y="5215380"/>
            <a:ext cx="6986865" cy="879141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809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851CE-660B-2638-F0C0-BD6199855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Metadata in Geoscience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E5304-E726-882C-8ABC-ECA22CE3F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Administrative Metadata:</a:t>
            </a:r>
          </a:p>
          <a:p>
            <a:pPr lvl="1"/>
            <a:r>
              <a:rPr lang="en-US" dirty="0"/>
              <a:t>Title, dataset creator, publication date, data type… </a:t>
            </a:r>
          </a:p>
          <a:p>
            <a:pPr lvl="1"/>
            <a:r>
              <a:rPr lang="en-US" dirty="0"/>
              <a:t>Usually required in a database.</a:t>
            </a:r>
          </a:p>
          <a:p>
            <a:r>
              <a:rPr lang="en-US" dirty="0"/>
              <a:t>Sample Metadata:</a:t>
            </a:r>
          </a:p>
          <a:p>
            <a:pPr lvl="1"/>
            <a:r>
              <a:rPr lang="en-US" dirty="0"/>
              <a:t>Sample name, material, unique persistent identifier (e.g., IGSN)…</a:t>
            </a:r>
          </a:p>
          <a:p>
            <a:pPr lvl="1"/>
            <a:r>
              <a:rPr lang="en-US" dirty="0"/>
              <a:t>Usually required in a database.</a:t>
            </a:r>
          </a:p>
          <a:p>
            <a:r>
              <a:rPr lang="en-US" dirty="0"/>
              <a:t>Analytical Metadata:</a:t>
            </a:r>
          </a:p>
          <a:p>
            <a:pPr lvl="1"/>
            <a:r>
              <a:rPr lang="en-US" dirty="0"/>
              <a:t>Technique, Method: usually required in a database</a:t>
            </a:r>
          </a:p>
          <a:p>
            <a:pPr lvl="1"/>
            <a:r>
              <a:rPr lang="en-US" b="1" dirty="0"/>
              <a:t>procedure, Procedure: </a:t>
            </a:r>
            <a:r>
              <a:rPr lang="en-US" dirty="0"/>
              <a:t>detailed steps of how measurements were made, important for </a:t>
            </a:r>
            <a:r>
              <a:rPr lang="en-US" u="sng" dirty="0"/>
              <a:t>data quality evaluation</a:t>
            </a:r>
            <a:r>
              <a:rPr lang="en-US" dirty="0"/>
              <a:t> and </a:t>
            </a:r>
            <a:r>
              <a:rPr lang="en-US" u="sng" dirty="0"/>
              <a:t>reproducibility</a:t>
            </a:r>
            <a:r>
              <a:rPr lang="en-US" dirty="0"/>
              <a:t> — not commonly required in databases and rarely standardized.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180D5-032D-8423-FC57-1AA274AC1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172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C86C2-43B5-8005-E5CF-CF3DA4F82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BBD56CC-25F9-671F-A058-4F940ED020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576802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A9624-278A-44A9-6657-ABF4763B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08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3F9A-F61A-5B53-CC64-80075E7E6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procedure Metadata 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17BD8-9DEE-EDB4-713D-6C319DBF6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Decoupled data and metadata between database and publication</a:t>
            </a:r>
          </a:p>
          <a:p>
            <a:pPr lvl="1"/>
            <a:r>
              <a:rPr lang="en-US" dirty="0"/>
              <a:t>Data exist in both publications and databases, while metadata is usually more well reported in publications.</a:t>
            </a:r>
          </a:p>
          <a:p>
            <a:pPr lvl="1"/>
            <a:r>
              <a:rPr lang="en-US" dirty="0"/>
              <a:t>Issue: Difficulty in data quality evaluation and reproducibility by database users</a:t>
            </a:r>
          </a:p>
          <a:p>
            <a:r>
              <a:rPr lang="en-US" dirty="0"/>
              <a:t>Inconsistent metadata reporting standards</a:t>
            </a:r>
          </a:p>
          <a:p>
            <a:pPr lvl="1"/>
            <a:r>
              <a:rPr lang="en-US" dirty="0"/>
              <a:t>Databases and publishers all have different metadata reporting requirements;</a:t>
            </a:r>
          </a:p>
          <a:p>
            <a:pPr lvl="1"/>
            <a:r>
              <a:rPr lang="en-US" dirty="0"/>
              <a:t>General standards are often too broad, while specified standards are too few.</a:t>
            </a:r>
          </a:p>
          <a:p>
            <a:pPr lvl="1"/>
            <a:r>
              <a:rPr lang="en-US" dirty="0"/>
              <a:t>Issue: Inconsistent metadata reporting standards.</a:t>
            </a:r>
          </a:p>
          <a:p>
            <a:r>
              <a:rPr lang="en-US" dirty="0"/>
              <a:t>Not in machine-readable or AI-ready formats</a:t>
            </a:r>
          </a:p>
          <a:p>
            <a:pPr lvl="1"/>
            <a:r>
              <a:rPr lang="en-US" dirty="0"/>
              <a:t>Metadata is often reported in tables, footnotes, or natural language descriptions in the main text.</a:t>
            </a:r>
          </a:p>
          <a:p>
            <a:pPr lvl="1"/>
            <a:r>
              <a:rPr lang="en-US" dirty="0"/>
              <a:t>Issue: Incompatibility with machine-learning and AI-ready workflows.</a:t>
            </a:r>
          </a:p>
          <a:p>
            <a:r>
              <a:rPr lang="en-US" b="1" dirty="0"/>
              <a:t>→ This is where TAPP is designed to help.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2BF60-8CB0-04C4-494E-EDBF022AC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39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740C6-06C8-4E53-C590-A1A43A023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Nomenclature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E897F-6EE2-D11E-CB4D-E611025B3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569" y="1825625"/>
            <a:ext cx="6037155" cy="4351338"/>
          </a:xfrm>
        </p:spPr>
        <p:txBody>
          <a:bodyPr>
            <a:normAutofit fontScale="70000" lnSpcReduction="20000"/>
          </a:bodyPr>
          <a:lstStyle/>
          <a:p>
            <a:pPr fontAlgn="base"/>
            <a:r>
              <a:rPr lang="en-US" b="1" dirty="0"/>
              <a:t>Technique:</a:t>
            </a:r>
            <a:r>
              <a:rPr lang="en-US" dirty="0"/>
              <a:t> </a:t>
            </a:r>
            <a:r>
              <a:rPr lang="en-US" b="1" u="sng" dirty="0"/>
              <a:t>a set of chemical or physical principles</a:t>
            </a:r>
            <a:r>
              <a:rPr lang="en-US" dirty="0"/>
              <a:t> </a:t>
            </a:r>
            <a:r>
              <a:rPr lang="en-US" dirty="0" err="1"/>
              <a:t>utilised</a:t>
            </a:r>
            <a:r>
              <a:rPr lang="en-US" dirty="0"/>
              <a:t> on an apparatus, instrument, or collection of instruments which can be applied to a sample, material or other medium to yield qualitative or quantitative data.</a:t>
            </a:r>
          </a:p>
          <a:p>
            <a:pPr fontAlgn="base"/>
            <a:r>
              <a:rPr lang="en-US" b="1" dirty="0">
                <a:solidFill>
                  <a:srgbClr val="00B050"/>
                </a:solidFill>
              </a:rPr>
              <a:t>Method: </a:t>
            </a:r>
            <a:r>
              <a:rPr lang="en-US" u="sng" dirty="0">
                <a:solidFill>
                  <a:srgbClr val="00B050"/>
                </a:solidFill>
              </a:rPr>
              <a:t>an application of </a:t>
            </a:r>
            <a:r>
              <a:rPr lang="en-US" b="1" u="sng" dirty="0">
                <a:solidFill>
                  <a:srgbClr val="00B050"/>
                </a:solidFill>
              </a:rPr>
              <a:t>a technique</a:t>
            </a:r>
            <a:r>
              <a:rPr lang="en-US" u="sng" dirty="0">
                <a:solidFill>
                  <a:srgbClr val="00B050"/>
                </a:solidFill>
              </a:rPr>
              <a:t> to </a:t>
            </a:r>
            <a:r>
              <a:rPr lang="en-US" b="1" u="sng" dirty="0">
                <a:solidFill>
                  <a:srgbClr val="00B050"/>
                </a:solidFill>
              </a:rPr>
              <a:t>a sample, material, or other medium</a:t>
            </a:r>
            <a:r>
              <a:rPr lang="en-US" u="sng" dirty="0">
                <a:solidFill>
                  <a:srgbClr val="00B050"/>
                </a:solidFill>
              </a:rPr>
              <a:t> to acquire </a:t>
            </a:r>
            <a:r>
              <a:rPr lang="en-US" b="1" u="sng" dirty="0">
                <a:solidFill>
                  <a:srgbClr val="00B050"/>
                </a:solidFill>
              </a:rPr>
              <a:t>a specific data type or types</a:t>
            </a:r>
            <a:r>
              <a:rPr lang="en-US" dirty="0">
                <a:solidFill>
                  <a:srgbClr val="00B050"/>
                </a:solidFill>
              </a:rPr>
              <a:t>, which may provide results and interpretable outcomes. </a:t>
            </a:r>
          </a:p>
          <a:p>
            <a:pPr fontAlgn="base"/>
            <a:r>
              <a:rPr lang="en-US" b="1" dirty="0">
                <a:solidFill>
                  <a:srgbClr val="0070C0"/>
                </a:solidFill>
              </a:rPr>
              <a:t>procedure: </a:t>
            </a:r>
            <a:r>
              <a:rPr lang="en-US" b="1" u="sng" dirty="0">
                <a:solidFill>
                  <a:srgbClr val="0070C0"/>
                </a:solidFill>
              </a:rPr>
              <a:t>a set of stringent guidelines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that specify a procedure that an analyst must follow. “</a:t>
            </a:r>
            <a:r>
              <a:rPr lang="en-US" b="1" dirty="0">
                <a:solidFill>
                  <a:srgbClr val="0070C0"/>
                </a:solidFill>
              </a:rPr>
              <a:t>What must be done</a:t>
            </a:r>
            <a:r>
              <a:rPr lang="en-US" dirty="0">
                <a:solidFill>
                  <a:srgbClr val="0070C0"/>
                </a:solidFill>
              </a:rPr>
              <a:t>”.</a:t>
            </a:r>
            <a:endParaRPr lang="en-US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Procedure: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documentation of the actual implementation of a procedure. “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was done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”. Note: TAPP captures procedure-level information; Procedure records are out of scope.</a:t>
            </a:r>
          </a:p>
        </p:txBody>
      </p:sp>
      <p:pic>
        <p:nvPicPr>
          <p:cNvPr id="1026" name="Picture 2" descr="Inductively Coupled Plasma Mass Spectrometry : SHIMADZU (Shimadzu  Corporation)">
            <a:extLst>
              <a:ext uri="{FF2B5EF4-FFF2-40B4-BE49-F238E27FC236}">
                <a16:creationId xmlns:a16="http://schemas.microsoft.com/office/drawing/2014/main" id="{B86F033F-FE77-1A95-E7B8-EF6245D99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614" y="685410"/>
            <a:ext cx="2165131" cy="108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mazon.com: Deckorators 17 inches x 10-1/2 inches x 8 inches Gray Small  Landscape Rock : Patio, Lawn &amp; Garden">
            <a:extLst>
              <a:ext uri="{FF2B5EF4-FFF2-40B4-BE49-F238E27FC236}">
                <a16:creationId xmlns:a16="http://schemas.microsoft.com/office/drawing/2014/main" id="{A229E919-6D55-268E-6CF7-E0211A5B87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73" t="24258" r="17792" b="28831"/>
          <a:stretch>
            <a:fillRect/>
          </a:stretch>
        </p:blipFill>
        <p:spPr bwMode="auto">
          <a:xfrm>
            <a:off x="7643676" y="1939946"/>
            <a:ext cx="1313793" cy="94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hiny - How to use DataTables in a Shiny App">
            <a:extLst>
              <a:ext uri="{FF2B5EF4-FFF2-40B4-BE49-F238E27FC236}">
                <a16:creationId xmlns:a16="http://schemas.microsoft.com/office/drawing/2014/main" id="{9F731D75-D3DA-9422-295A-93B64E33A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221" y="1914943"/>
            <a:ext cx="1177048" cy="974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F8C042D7-AEAB-D356-FAF6-877EB496D63B}"/>
              </a:ext>
            </a:extLst>
          </p:cNvPr>
          <p:cNvSpPr/>
          <p:nvPr/>
        </p:nvSpPr>
        <p:spPr>
          <a:xfrm>
            <a:off x="7822351" y="550473"/>
            <a:ext cx="2753655" cy="134425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615FE3-4A03-5682-DA50-5135A2DBF509}"/>
              </a:ext>
            </a:extLst>
          </p:cNvPr>
          <p:cNvSpPr/>
          <p:nvPr/>
        </p:nvSpPr>
        <p:spPr>
          <a:xfrm>
            <a:off x="7202214" y="0"/>
            <a:ext cx="4151586" cy="3329309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Workflow Diagram: How to create? Benefits and Examples | Creatio">
            <a:extLst>
              <a:ext uri="{FF2B5EF4-FFF2-40B4-BE49-F238E27FC236}">
                <a16:creationId xmlns:a16="http://schemas.microsoft.com/office/drawing/2014/main" id="{061831EB-34A4-B35D-FF7C-5C9845FA4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380" y="3297582"/>
            <a:ext cx="3344917" cy="170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aboratory Technician Job Description &amp; Salary | SkillPointe">
            <a:extLst>
              <a:ext uri="{FF2B5EF4-FFF2-40B4-BE49-F238E27FC236}">
                <a16:creationId xmlns:a16="http://schemas.microsoft.com/office/drawing/2014/main" id="{C87614D7-2EF6-DC5B-C732-93D11D42F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614" y="5163044"/>
            <a:ext cx="2280444" cy="1520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C2D2C-7E68-B888-3A4B-BA2D64CFC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202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AFFDA-2A87-F825-F56E-56F68A5CD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933B4-CA8A-9F8D-A49C-FEB135B03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Use Case of TAPP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C91FD-BDD2-5A88-E857-461A9901C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26</a:t>
            </a:fld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37C6167-6003-74AC-B34A-5D93486E816B}"/>
              </a:ext>
            </a:extLst>
          </p:cNvPr>
          <p:cNvSpPr/>
          <p:nvPr/>
        </p:nvSpPr>
        <p:spPr>
          <a:xfrm>
            <a:off x="838200" y="2057400"/>
            <a:ext cx="2425700" cy="8636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procedure Metadata Verification with TAPP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21FC731-3CA1-8934-7802-A95280415E30}"/>
              </a:ext>
            </a:extLst>
          </p:cNvPr>
          <p:cNvSpPr/>
          <p:nvPr/>
        </p:nvSpPr>
        <p:spPr>
          <a:xfrm>
            <a:off x="3632200" y="2057400"/>
            <a:ext cx="2425700" cy="8636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procedure Registration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62124F9-2755-8296-B6CD-29A15BC7557E}"/>
              </a:ext>
            </a:extLst>
          </p:cNvPr>
          <p:cNvSpPr/>
          <p:nvPr/>
        </p:nvSpPr>
        <p:spPr>
          <a:xfrm>
            <a:off x="3632200" y="3352800"/>
            <a:ext cx="2425700" cy="86360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JSON Record of procedure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A230503-5F61-B9D3-56D5-3A82DE241E23}"/>
              </a:ext>
            </a:extLst>
          </p:cNvPr>
          <p:cNvSpPr/>
          <p:nvPr/>
        </p:nvSpPr>
        <p:spPr>
          <a:xfrm>
            <a:off x="6515100" y="2057400"/>
            <a:ext cx="2425700" cy="8636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Analytical Procedure following procedure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8D32F2D-43E7-B568-F2D3-5FB7FB1A2ADB}"/>
              </a:ext>
            </a:extLst>
          </p:cNvPr>
          <p:cNvSpPr/>
          <p:nvPr/>
        </p:nvSpPr>
        <p:spPr>
          <a:xfrm>
            <a:off x="6515100" y="3352800"/>
            <a:ext cx="2425700" cy="86360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JSON Record of Procedure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0D2127C-358F-B5F7-1379-10D31FB1516D}"/>
              </a:ext>
            </a:extLst>
          </p:cNvPr>
          <p:cNvSpPr/>
          <p:nvPr/>
        </p:nvSpPr>
        <p:spPr>
          <a:xfrm>
            <a:off x="9220200" y="2057400"/>
            <a:ext cx="2425700" cy="863600"/>
          </a:xfrm>
          <a:prstGeom prst="round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08292E-672F-3C4A-BC1C-5937AE2BAA01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3263900" y="2489200"/>
            <a:ext cx="3683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443DA08-2198-3A96-DC4A-CE98BABEFBB1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6057900" y="248920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88C0049-964B-A3DA-ED2D-80560BBFEEEC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8940800" y="2489200"/>
            <a:ext cx="279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D053199-C5D7-D1C2-A12D-D249244D2187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4845050" y="2921000"/>
            <a:ext cx="0" cy="431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43EC58E-1C0C-1F00-CD81-D5EB6AFCCDEE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7727950" y="2921000"/>
            <a:ext cx="0" cy="431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4B3FC65-6463-1645-5268-5272B6D6FC3D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6057900" y="3784600"/>
            <a:ext cx="457200" cy="0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E630A8C-E355-1871-4E6D-0A7316684949}"/>
              </a:ext>
            </a:extLst>
          </p:cNvPr>
          <p:cNvSpPr/>
          <p:nvPr/>
        </p:nvSpPr>
        <p:spPr>
          <a:xfrm>
            <a:off x="9220200" y="4854575"/>
            <a:ext cx="2425700" cy="863600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Database (</a:t>
            </a:r>
            <a:r>
              <a:rPr lang="en-US" i="1" dirty="0">
                <a:solidFill>
                  <a:schemeClr val="bg1"/>
                </a:solidFill>
              </a:rPr>
              <a:t>e.g., </a:t>
            </a:r>
            <a:r>
              <a:rPr lang="en-US" dirty="0" err="1">
                <a:solidFill>
                  <a:schemeClr val="bg1"/>
                </a:solidFill>
              </a:rPr>
              <a:t>Astromat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02AF350-168A-6A82-0C4D-0CC5FD615732}"/>
              </a:ext>
            </a:extLst>
          </p:cNvPr>
          <p:cNvSpPr/>
          <p:nvPr/>
        </p:nvSpPr>
        <p:spPr>
          <a:xfrm>
            <a:off x="9220200" y="3352800"/>
            <a:ext cx="2425700" cy="8636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Bundle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6BBA060-4958-BB0F-2C21-475E095788EF}"/>
              </a:ext>
            </a:extLst>
          </p:cNvPr>
          <p:cNvCxnSpPr>
            <a:stCxn id="11" idx="2"/>
            <a:endCxn id="27" idx="0"/>
          </p:cNvCxnSpPr>
          <p:nvPr/>
        </p:nvCxnSpPr>
        <p:spPr>
          <a:xfrm>
            <a:off x="10433050" y="2921000"/>
            <a:ext cx="0" cy="431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20ADC8F-AE56-CA5E-0786-D59027939DD8}"/>
              </a:ext>
            </a:extLst>
          </p:cNvPr>
          <p:cNvCxnSpPr>
            <a:stCxn id="10" idx="3"/>
            <a:endCxn id="27" idx="1"/>
          </p:cNvCxnSpPr>
          <p:nvPr/>
        </p:nvCxnSpPr>
        <p:spPr>
          <a:xfrm>
            <a:off x="8940800" y="3784600"/>
            <a:ext cx="279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0F95A7D-19B1-644D-D6CA-8CF6A1288DB7}"/>
              </a:ext>
            </a:extLst>
          </p:cNvPr>
          <p:cNvCxnSpPr>
            <a:stCxn id="27" idx="2"/>
            <a:endCxn id="24" idx="0"/>
          </p:cNvCxnSpPr>
          <p:nvPr/>
        </p:nvCxnSpPr>
        <p:spPr>
          <a:xfrm>
            <a:off x="10433050" y="4216400"/>
            <a:ext cx="0" cy="638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379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76C67-E621-2C24-7D00-6F4ECC6EB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of TAPPs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1AB11-235C-E1F4-D551-B38089FD0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Help data producers (researchers, labs, commercial labs, etc.) and domain communities create standardized procedure profiles.</a:t>
            </a:r>
          </a:p>
          <a:p>
            <a:r>
              <a:rPr lang="en-US" dirty="0"/>
              <a:t>procedure registration.</a:t>
            </a:r>
          </a:p>
          <a:p>
            <a:r>
              <a:rPr lang="en-US" dirty="0"/>
              <a:t>Help researchers produce structured, standardized, machine-readable procedure and procedure documentation.</a:t>
            </a:r>
          </a:p>
          <a:p>
            <a:r>
              <a:rPr lang="en-US" dirty="0"/>
              <a:t>Help data users interpret, evaluate and reproduce data.</a:t>
            </a:r>
          </a:p>
          <a:p>
            <a:r>
              <a:rPr lang="en-US" dirty="0"/>
              <a:t>Enrich parameter space for data-driven algorithms.</a:t>
            </a:r>
          </a:p>
          <a:p>
            <a:r>
              <a:rPr lang="en-US" dirty="0"/>
              <a:t>Enable more complex, customized data search needs.</a:t>
            </a:r>
          </a:p>
          <a:p>
            <a:r>
              <a:rPr lang="en-US" dirty="0"/>
              <a:t>Help be compliant with metadata requirement and peer review requirement by journals and funding agencies.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03EF5-1D46-6CB7-AC5D-75F5969AA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61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9E42E-08FA-5522-E9F9-FB65F7616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9813C7D-4BA4-C093-994F-8B2A5F5175B0}"/>
              </a:ext>
            </a:extLst>
          </p:cNvPr>
          <p:cNvSpPr/>
          <p:nvPr/>
        </p:nvSpPr>
        <p:spPr>
          <a:xfrm>
            <a:off x="299545" y="4114854"/>
            <a:ext cx="3750492" cy="25697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8A9C0-CE0D-2875-3D32-34043DFB3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2710" y="1353654"/>
            <a:ext cx="6498759" cy="2430136"/>
          </a:xfrm>
        </p:spPr>
        <p:txBody>
          <a:bodyPr>
            <a:noAutofit/>
          </a:bodyPr>
          <a:lstStyle/>
          <a:p>
            <a:pPr algn="l"/>
            <a:r>
              <a:rPr lang="en-US" sz="4000" dirty="0" err="1"/>
              <a:t>Astromat</a:t>
            </a:r>
            <a:r>
              <a:rPr lang="en-US" sz="4000" dirty="0"/>
              <a:t> (</a:t>
            </a:r>
            <a:r>
              <a:rPr lang="en-US" sz="4000" u="sng" dirty="0" err="1">
                <a:solidFill>
                  <a:srgbClr val="0070C0"/>
                </a:solidFill>
              </a:rPr>
              <a:t>astromat.org</a:t>
            </a:r>
            <a:r>
              <a:rPr lang="en-US" sz="4000" dirty="0"/>
              <a:t>) is the primary NASA-sponsored archive for laboratory analyses of returned samples from planetary missions as well as meteorites. 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5510A7F-861A-D1BF-9FB4-5C63EA191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531" y="96301"/>
            <a:ext cx="4271716" cy="4271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NASA's OSIRIS-REx Spacecraft Arrives at Asteroid Bennu - NASA">
            <a:extLst>
              <a:ext uri="{FF2B5EF4-FFF2-40B4-BE49-F238E27FC236}">
                <a16:creationId xmlns:a16="http://schemas.microsoft.com/office/drawing/2014/main" id="{70FC550C-E861-1BE0-B661-3AA35878D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364" b="91455" l="3455" r="95455">
                        <a14:foregroundMark x1="37000" y1="12091" x2="51455" y2="10000"/>
                        <a14:foregroundMark x1="51455" y1="10000" x2="58636" y2="11818"/>
                        <a14:foregroundMark x1="58636" y1="11818" x2="69000" y2="20273"/>
                        <a14:foregroundMark x1="8455" y1="40455" x2="6182" y2="47273"/>
                        <a14:foregroundMark x1="6182" y1="47273" x2="7455" y2="55182"/>
                        <a14:foregroundMark x1="7455" y1="55182" x2="12636" y2="63273"/>
                        <a14:foregroundMark x1="84455" y1="39273" x2="89455" y2="44455"/>
                        <a14:foregroundMark x1="89455" y1="44455" x2="92182" y2="51273"/>
                        <a14:foregroundMark x1="92182" y1="51273" x2="90545" y2="59000"/>
                        <a14:foregroundMark x1="90545" y1="59000" x2="87000" y2="65909"/>
                        <a14:foregroundMark x1="87000" y1="65909" x2="84909" y2="67000"/>
                        <a14:foregroundMark x1="87727" y1="39818" x2="91818" y2="46000"/>
                        <a14:foregroundMark x1="91818" y1="46000" x2="92909" y2="53364"/>
                        <a14:foregroundMark x1="92909" y1="53364" x2="90727" y2="60091"/>
                        <a14:foregroundMark x1="90727" y1="60091" x2="90636" y2="60091"/>
                        <a14:foregroundMark x1="91091" y1="44182" x2="93364" y2="59182"/>
                        <a14:foregroundMark x1="93364" y1="59182" x2="91545" y2="60818"/>
                        <a14:foregroundMark x1="44455" y1="90727" x2="52727" y2="90727"/>
                        <a14:foregroundMark x1="52727" y1="90727" x2="55182" y2="89818"/>
                        <a14:foregroundMark x1="52909" y1="91909" x2="58091" y2="89545"/>
                        <a14:foregroundMark x1="64273" y1="15182" x2="80182" y2="29909"/>
                        <a14:foregroundMark x1="80182" y1="29909" x2="81727" y2="32455"/>
                        <a14:foregroundMark x1="73182" y1="21273" x2="78545" y2="26636"/>
                        <a14:foregroundMark x1="78545" y1="26636" x2="81727" y2="32818"/>
                        <a14:foregroundMark x1="41000" y1="9182" x2="42455" y2="10091"/>
                        <a14:foregroundMark x1="34818" y1="12091" x2="35636" y2="12727"/>
                        <a14:foregroundMark x1="60091" y1="11455" x2="61455" y2="13818"/>
                        <a14:foregroundMark x1="91727" y1="46000" x2="93636" y2="50545"/>
                        <a14:foregroundMark x1="93545" y1="47636" x2="94182" y2="52455"/>
                        <a14:foregroundMark x1="92000" y1="44909" x2="95636" y2="50909"/>
                        <a14:foregroundMark x1="95636" y1="50909" x2="95364" y2="51909"/>
                        <a14:foregroundMark x1="94727" y1="53364" x2="92909" y2="58364"/>
                        <a14:foregroundMark x1="3455" y1="47182" x2="4636" y2="52273"/>
                        <a14:foregroundMark x1="3545" y1="49364" x2="3545" y2="51364"/>
                        <a14:foregroundMark x1="3909" y1="46909" x2="3455" y2="48091"/>
                        <a14:foregroundMark x1="27182" y1="19000" x2="27182" y2="19000"/>
                        <a14:foregroundMark x1="40636" y1="8727" x2="40636" y2="8727"/>
                        <a14:foregroundMark x1="42455" y1="8727" x2="42455" y2="8727"/>
                        <a14:foregroundMark x1="44636" y1="7364" x2="44636" y2="7364"/>
                        <a14:foregroundMark x1="39909" y1="9545" x2="39909" y2="9545"/>
                        <a14:foregroundMark x1="37000" y1="11818" x2="37000" y2="11818"/>
                        <a14:foregroundMark x1="37000" y1="11455" x2="37000" y2="11455"/>
                        <a14:foregroundMark x1="91818" y1="44182" x2="91818" y2="44182"/>
                        <a14:foregroundMark x1="90455" y1="42455" x2="90455" y2="42455"/>
                        <a14:foregroundMark x1="88909" y1="41364" x2="88909" y2="41364"/>
                        <a14:foregroundMark x1="88636" y1="40727" x2="92636" y2="44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97" y="4161400"/>
            <a:ext cx="767255" cy="767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27CEED1-3BAA-6999-08DE-A2E4AAC1968B}"/>
              </a:ext>
            </a:extLst>
          </p:cNvPr>
          <p:cNvSpPr txBox="1">
            <a:spLocks/>
          </p:cNvSpPr>
          <p:nvPr/>
        </p:nvSpPr>
        <p:spPr>
          <a:xfrm>
            <a:off x="189076" y="4912262"/>
            <a:ext cx="3997317" cy="155252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ym typeface="Wingdings" pitchFamily="2" charset="2"/>
              </a:rPr>
              <a:t>Designated data archive for analytical data generated by the </a:t>
            </a:r>
            <a:r>
              <a:rPr lang="en-US" sz="2000" dirty="0" err="1">
                <a:sym typeface="Wingdings" pitchFamily="2" charset="2"/>
              </a:rPr>
              <a:t>OSIRIS-Rex</a:t>
            </a:r>
            <a:r>
              <a:rPr lang="en-US" sz="2000" dirty="0">
                <a:sym typeface="Wingdings" pitchFamily="2" charset="2"/>
              </a:rPr>
              <a:t> Sample Analysis Team.</a:t>
            </a:r>
            <a:endParaRPr lang="en-US" sz="20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D51C11B-DF6C-CBFE-11C5-DF6D9C506882}"/>
              </a:ext>
            </a:extLst>
          </p:cNvPr>
          <p:cNvSpPr/>
          <p:nvPr/>
        </p:nvSpPr>
        <p:spPr>
          <a:xfrm>
            <a:off x="4308230" y="4114854"/>
            <a:ext cx="3755469" cy="25697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84F4A9-615A-3F5C-3A29-CF2753BFD377}"/>
              </a:ext>
            </a:extLst>
          </p:cNvPr>
          <p:cNvSpPr txBox="1"/>
          <p:nvPr/>
        </p:nvSpPr>
        <p:spPr>
          <a:xfrm>
            <a:off x="1238352" y="4242828"/>
            <a:ext cx="25348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Astromaterials</a:t>
            </a:r>
            <a:r>
              <a:rPr lang="en-US" sz="2000" b="1" dirty="0"/>
              <a:t> Data Archive</a:t>
            </a:r>
            <a:r>
              <a:rPr lang="en-US" sz="2000" b="1" dirty="0">
                <a:sym typeface="Wingdings" pitchFamily="2" charset="2"/>
              </a:rPr>
              <a:t> (ADA)</a:t>
            </a:r>
            <a:endParaRPr 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B90F28-60E9-AF52-BB52-4968E821BD52}"/>
              </a:ext>
            </a:extLst>
          </p:cNvPr>
          <p:cNvSpPr txBox="1"/>
          <p:nvPr/>
        </p:nvSpPr>
        <p:spPr>
          <a:xfrm>
            <a:off x="960586" y="4925782"/>
            <a:ext cx="24331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&gt; 4,000 Submissions</a:t>
            </a:r>
          </a:p>
          <a:p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&gt; 200 Contributors</a:t>
            </a:r>
            <a:r>
              <a:rPr lang="en-US" sz="1800" dirty="0">
                <a:solidFill>
                  <a:srgbClr val="0070C0"/>
                </a:solidFill>
                <a:sym typeface="Wingdings" pitchFamily="2" charset="2"/>
              </a:rPr>
              <a:t> 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1036" name="Picture 12" descr="Bad Astronomy | What would it be like to stand on the surface of Ryugu?">
            <a:extLst>
              <a:ext uri="{FF2B5EF4-FFF2-40B4-BE49-F238E27FC236}">
                <a16:creationId xmlns:a16="http://schemas.microsoft.com/office/drawing/2014/main" id="{8BFDAA62-E384-CAAF-4842-2EF4DA68A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39300" y1="29001" x2="39300" y2="29001"/>
                        <a14:foregroundMark x1="32000" y1="51665" x2="32000" y2="51665"/>
                        <a14:foregroundMark x1="32400" y1="45757" x2="32400" y2="45757"/>
                        <a14:foregroundMark x1="31450" y1="48443" x2="31450" y2="48443"/>
                        <a14:foregroundMark x1="41200" y1="23845" x2="41200" y2="23845"/>
                        <a14:foregroundMark x1="36700" y1="67777" x2="36700" y2="67777"/>
                        <a14:foregroundMark x1="35150" y1="65199" x2="35150" y2="65199"/>
                        <a14:foregroundMark x1="43100" y1="82385" x2="43100" y2="82385"/>
                        <a14:foregroundMark x1="43900" y1="84425" x2="43900" y2="84425"/>
                        <a14:foregroundMark x1="44850" y1="85929" x2="44850" y2="85929"/>
                        <a14:foregroundMark x1="44650" y1="85499" x2="44650" y2="85499"/>
                        <a14:foregroundMark x1="45500" y1="86681" x2="45500" y2="86681"/>
                        <a14:foregroundMark x1="37500" y1="70892" x2="37500" y2="70892"/>
                        <a14:foregroundMark x1="39900" y1="75188" x2="39900" y2="75188"/>
                        <a14:foregroundMark x1="40250" y1="75725" x2="40250" y2="75725"/>
                        <a14:foregroundMark x1="40500" y1="76799" x2="40500" y2="76799"/>
                        <a14:foregroundMark x1="41100" y1="77336" x2="41100" y2="77336"/>
                        <a14:foregroundMark x1="41650" y1="79270" x2="41650" y2="79270"/>
                        <a14:foregroundMark x1="32650" y1="55532" x2="32650" y2="55532"/>
                        <a14:foregroundMark x1="33000" y1="57143" x2="33000" y2="57143"/>
                        <a14:foregroundMark x1="33800" y1="60473" x2="33800" y2="60473"/>
                        <a14:foregroundMark x1="34300" y1="62191" x2="34300" y2="62191"/>
                        <a14:foregroundMark x1="35850" y1="67347" x2="35850" y2="6734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3437" y="4156317"/>
            <a:ext cx="1931694" cy="899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36134B5-31D7-A37D-C72F-2E35113345BC}"/>
              </a:ext>
            </a:extLst>
          </p:cNvPr>
          <p:cNvSpPr txBox="1"/>
          <p:nvPr/>
        </p:nvSpPr>
        <p:spPr>
          <a:xfrm>
            <a:off x="5367796" y="4249987"/>
            <a:ext cx="25348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Astromaterials</a:t>
            </a:r>
            <a:r>
              <a:rPr lang="en-US" sz="2000" b="1" dirty="0"/>
              <a:t> Data Repository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494DAA-8FDC-8C8F-6517-6E4410E082F1}"/>
              </a:ext>
            </a:extLst>
          </p:cNvPr>
          <p:cNvSpPr txBox="1"/>
          <p:nvPr/>
        </p:nvSpPr>
        <p:spPr>
          <a:xfrm>
            <a:off x="5181049" y="4947497"/>
            <a:ext cx="24331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&gt; 200 Submissions</a:t>
            </a:r>
          </a:p>
          <a:p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&gt; 80 Contributors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E0DB665-3EEC-7ABA-4DC0-9219AC07653A}"/>
              </a:ext>
            </a:extLst>
          </p:cNvPr>
          <p:cNvSpPr txBox="1">
            <a:spLocks/>
          </p:cNvSpPr>
          <p:nvPr/>
        </p:nvSpPr>
        <p:spPr>
          <a:xfrm>
            <a:off x="4282508" y="4931594"/>
            <a:ext cx="3916232" cy="155252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ym typeface="Wingdings" pitchFamily="2" charset="2"/>
              </a:rPr>
              <a:t>Data repository for user-submitted digital content on </a:t>
            </a:r>
            <a:r>
              <a:rPr lang="en-US" sz="2000" dirty="0" err="1">
                <a:sym typeface="Wingdings" pitchFamily="2" charset="2"/>
              </a:rPr>
              <a:t>astromaterial</a:t>
            </a:r>
            <a:r>
              <a:rPr lang="en-US" sz="2000" dirty="0">
                <a:sym typeface="Wingdings" pitchFamily="2" charset="2"/>
              </a:rPr>
              <a:t> analysis.</a:t>
            </a:r>
            <a:endParaRPr lang="en-US" sz="2000" dirty="0"/>
          </a:p>
        </p:txBody>
      </p:sp>
      <p:pic>
        <p:nvPicPr>
          <p:cNvPr id="1040" name="Picture 16" descr="NASA (Wikipedia) | National Aeronautics and Space Administration Wiki |  Fandom">
            <a:extLst>
              <a:ext uri="{FF2B5EF4-FFF2-40B4-BE49-F238E27FC236}">
                <a16:creationId xmlns:a16="http://schemas.microsoft.com/office/drawing/2014/main" id="{3B7A6E80-2424-DE3B-CBAC-B60C8CAB3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5769" y="3081677"/>
            <a:ext cx="1342705" cy="671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4611A14-F51A-8F3C-598A-9F7873693236}"/>
              </a:ext>
            </a:extLst>
          </p:cNvPr>
          <p:cNvSpPr/>
          <p:nvPr/>
        </p:nvSpPr>
        <p:spPr>
          <a:xfrm>
            <a:off x="8324671" y="4106554"/>
            <a:ext cx="3750492" cy="256972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7D0579-1E6E-5461-D2DF-35DAE242DC25}"/>
              </a:ext>
            </a:extLst>
          </p:cNvPr>
          <p:cNvSpPr txBox="1"/>
          <p:nvPr/>
        </p:nvSpPr>
        <p:spPr>
          <a:xfrm>
            <a:off x="9336572" y="4234528"/>
            <a:ext cx="25348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Astromaterials</a:t>
            </a:r>
            <a:r>
              <a:rPr lang="en-US" sz="2000" b="1" dirty="0"/>
              <a:t> Data Synthesis</a:t>
            </a:r>
          </a:p>
        </p:txBody>
      </p:sp>
      <p:pic>
        <p:nvPicPr>
          <p:cNvPr id="10" name="Picture 14" descr="Full Moon in the darkness of the night sky. It is patterned with a mix of light-tone regions and darker, irregular blotches, and scattered with varied circles surrounded by out-thrown rays of bright ejecta: impact craters.">
            <a:extLst>
              <a:ext uri="{FF2B5EF4-FFF2-40B4-BE49-F238E27FC236}">
                <a16:creationId xmlns:a16="http://schemas.microsoft.com/office/drawing/2014/main" id="{C119AD8F-1881-A9B1-AE15-6BFA058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8603" b="93973" l="8646" r="90208">
                        <a14:foregroundMark x1="49271" y1="8603" x2="49271" y2="8603"/>
                        <a14:foregroundMark x1="8646" y1="47178" x2="8646" y2="47178"/>
                        <a14:foregroundMark x1="49271" y1="93973" x2="49271" y2="93973"/>
                        <a14:foregroundMark x1="90208" y1="50904" x2="90208" y2="509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1230" y="4207441"/>
            <a:ext cx="769868" cy="731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1A4D651-9AEA-4902-E549-BCFEC8AF9793}"/>
              </a:ext>
            </a:extLst>
          </p:cNvPr>
          <p:cNvSpPr txBox="1"/>
          <p:nvPr/>
        </p:nvSpPr>
        <p:spPr>
          <a:xfrm>
            <a:off x="9086541" y="4942414"/>
            <a:ext cx="24331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&gt; 2.5 Million Values</a:t>
            </a:r>
          </a:p>
          <a:p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&gt; 5,200 Citations</a:t>
            </a:r>
            <a:r>
              <a:rPr lang="en-US" sz="1800" dirty="0">
                <a:solidFill>
                  <a:srgbClr val="0070C0"/>
                </a:solidFill>
                <a:sym typeface="Wingdings" pitchFamily="2" charset="2"/>
              </a:rPr>
              <a:t> 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8D83F1E3-8402-4D4C-7963-D9388F9821C4}"/>
              </a:ext>
            </a:extLst>
          </p:cNvPr>
          <p:cNvSpPr txBox="1">
            <a:spLocks/>
          </p:cNvSpPr>
          <p:nvPr/>
        </p:nvSpPr>
        <p:spPr>
          <a:xfrm>
            <a:off x="8254214" y="4903961"/>
            <a:ext cx="3916232" cy="155252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ym typeface="Wingdings" pitchFamily="2" charset="2"/>
              </a:rPr>
              <a:t>Database for analytical data on </a:t>
            </a:r>
            <a:r>
              <a:rPr lang="en-US" sz="2000" dirty="0" err="1">
                <a:sym typeface="Wingdings" pitchFamily="2" charset="2"/>
              </a:rPr>
              <a:t>astromaterials</a:t>
            </a:r>
            <a:r>
              <a:rPr lang="en-US" sz="2000" dirty="0">
                <a:sym typeface="Wingdings" pitchFamily="2" charset="2"/>
              </a:rPr>
              <a:t> integrated from existing publications.</a:t>
            </a: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83FE3-DF5A-68CA-C0F5-7969C87C4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4BF1-ACB5-7D4F-A8D9-2AEA0A4EDA0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374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25378</TotalTime>
  <Words>1503</Words>
  <Application>Microsoft Macintosh PowerPoint</Application>
  <PresentationFormat>Widescreen</PresentationFormat>
  <Paragraphs>285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__HexFranklinNarrow_ac9889</vt:lpstr>
      <vt:lpstr>Aptos</vt:lpstr>
      <vt:lpstr>Aptos Display</vt:lpstr>
      <vt:lpstr>Arial</vt:lpstr>
      <vt:lpstr>Wingdings</vt:lpstr>
      <vt:lpstr>Office Theme</vt:lpstr>
      <vt:lpstr>TAPP: Community-Recommended Best Practices for Documenting Analysis</vt:lpstr>
      <vt:lpstr>Metadata</vt:lpstr>
      <vt:lpstr>Scenario 1: A researcher reusing data.</vt:lpstr>
      <vt:lpstr>Scenario 2: A researcher generating data.</vt:lpstr>
      <vt:lpstr>PowerPoint Presentation</vt:lpstr>
      <vt:lpstr>Current landscape</vt:lpstr>
      <vt:lpstr>TAPP</vt:lpstr>
      <vt:lpstr>Definitions and the Analytical Hierarchy</vt:lpstr>
      <vt:lpstr>Definitions Following VIM3</vt:lpstr>
      <vt:lpstr>TAPP Structure</vt:lpstr>
      <vt:lpstr>TAPP Dev with LLM and Human Experts</vt:lpstr>
      <vt:lpstr>PowerPoint Presentation</vt:lpstr>
      <vt:lpstr>A TAPP example</vt:lpstr>
      <vt:lpstr>TAPP Development Progress</vt:lpstr>
      <vt:lpstr>Looking forward</vt:lpstr>
      <vt:lpstr>How to use TAPPs</vt:lpstr>
      <vt:lpstr>TAPP for machine-readable metadata curation</vt:lpstr>
      <vt:lpstr>Sign up to be a TAPP expert reviewer today!</vt:lpstr>
      <vt:lpstr>PowerPoint Presentation</vt:lpstr>
      <vt:lpstr>Data in Astromat Synthesis</vt:lpstr>
      <vt:lpstr>Data in ADA</vt:lpstr>
      <vt:lpstr>Types of Metadata in Geoscience</vt:lpstr>
      <vt:lpstr>PowerPoint Presentation</vt:lpstr>
      <vt:lpstr>Issues with procedure Metadata Reporting</vt:lpstr>
      <vt:lpstr>Nomenclature</vt:lpstr>
      <vt:lpstr>A Use Case of TAPP</vt:lpstr>
      <vt:lpstr>Utility of TAPPs</vt:lpstr>
      <vt:lpstr>Astromat (astromat.org) is the primary NASA-sponsored archive for laboratory analyses of returned samples from planetary missions as well as meteorites.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Ruolin Deng</dc:creator>
  <cp:lastModifiedBy>Ruolin Deng</cp:lastModifiedBy>
  <cp:revision>43</cp:revision>
  <dcterms:created xsi:type="dcterms:W3CDTF">2026-04-27T18:07:09Z</dcterms:created>
  <dcterms:modified xsi:type="dcterms:W3CDTF">2026-08-09T12:47:16Z</dcterms:modified>
</cp:coreProperties>
</file>