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5" r:id="rId3"/>
    <p:sldId id="269" r:id="rId4"/>
    <p:sldId id="270" r:id="rId5"/>
    <p:sldId id="259" r:id="rId6"/>
    <p:sldId id="276" r:id="rId7"/>
    <p:sldId id="263" r:id="rId8"/>
    <p:sldId id="265" r:id="rId9"/>
    <p:sldId id="264" r:id="rId10"/>
    <p:sldId id="257" r:id="rId11"/>
    <p:sldId id="277" r:id="rId12"/>
    <p:sldId id="256" r:id="rId13"/>
    <p:sldId id="261" r:id="rId14"/>
    <p:sldId id="267" r:id="rId15"/>
    <p:sldId id="268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E2C8"/>
    <a:srgbClr val="63D7AB"/>
    <a:srgbClr val="AAF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795"/>
  </p:normalViewPr>
  <p:slideViewPr>
    <p:cSldViewPr snapToGrid="0">
      <p:cViewPr varScale="1">
        <p:scale>
          <a:sx n="120" d="100"/>
          <a:sy n="120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8EFFD2-6C03-034D-8B26-361FD567E1EB}" type="doc">
      <dgm:prSet loTypeId="urn:microsoft.com/office/officeart/2005/8/layout/hierarchy6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880F508-CF97-4C46-ADED-537636CEE780}">
      <dgm:prSet phldrT="[Text]"/>
      <dgm:spPr/>
      <dgm:t>
        <a:bodyPr/>
        <a:lstStyle/>
        <a:p>
          <a:r>
            <a:rPr lang="en-US" b="1" dirty="0"/>
            <a:t>Electron Probe Micro-Analysis (EPMA)</a:t>
          </a:r>
        </a:p>
      </dgm:t>
    </dgm:pt>
    <dgm:pt modelId="{FFE8C36D-E2F9-984D-93A2-7A0224D73E51}" type="parTrans" cxnId="{83CBB378-ED74-DA42-A202-6D938B08D153}">
      <dgm:prSet/>
      <dgm:spPr/>
      <dgm:t>
        <a:bodyPr/>
        <a:lstStyle/>
        <a:p>
          <a:endParaRPr lang="en-US"/>
        </a:p>
      </dgm:t>
    </dgm:pt>
    <dgm:pt modelId="{097BE42C-F4A3-6D42-A6D4-88DBD54804BC}" type="sibTrans" cxnId="{83CBB378-ED74-DA42-A202-6D938B08D153}">
      <dgm:prSet/>
      <dgm:spPr/>
      <dgm:t>
        <a:bodyPr/>
        <a:lstStyle/>
        <a:p>
          <a:endParaRPr lang="en-US"/>
        </a:p>
      </dgm:t>
    </dgm:pt>
    <dgm:pt modelId="{C679204C-6439-564D-A3E9-C755B18CAAAC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“Olivine major element composition analysis by EPMA” </a:t>
          </a:r>
        </a:p>
      </dgm:t>
    </dgm:pt>
    <dgm:pt modelId="{BA9191AE-3C9E-DE41-A553-02BDAE97B2AA}" type="parTrans" cxnId="{FEA65EE4-50F7-FF44-A22D-6C6736798E8F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7EA24FE1-6BEA-7F4D-BAA4-D96C66179789}" type="sibTrans" cxnId="{FEA65EE4-50F7-FF44-A22D-6C6736798E8F}">
      <dgm:prSet/>
      <dgm:spPr/>
      <dgm:t>
        <a:bodyPr/>
        <a:lstStyle/>
        <a:p>
          <a:endParaRPr lang="en-US"/>
        </a:p>
      </dgm:t>
    </dgm:pt>
    <dgm:pt modelId="{2155C153-4EF7-0A42-99A8-6B0DD2EF43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Protocol A (LDEO)</a:t>
          </a:r>
        </a:p>
      </dgm:t>
    </dgm:pt>
    <dgm:pt modelId="{D4D6E89D-A37D-B649-8D9E-56DADE73A438}" type="parTrans" cxnId="{DDB13ECD-9182-234D-88F1-4C7F3EFF2B87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04C73A0F-F850-354F-A2BD-6CCB75002FF4}" type="sibTrans" cxnId="{DDB13ECD-9182-234D-88F1-4C7F3EFF2B87}">
      <dgm:prSet/>
      <dgm:spPr/>
      <dgm:t>
        <a:bodyPr/>
        <a:lstStyle/>
        <a:p>
          <a:endParaRPr lang="en-US"/>
        </a:p>
      </dgm:t>
    </dgm:pt>
    <dgm:pt modelId="{3EE3DA63-381A-7648-9733-7B59F202A5F7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Protocol B (NASA JSC)</a:t>
          </a:r>
        </a:p>
      </dgm:t>
    </dgm:pt>
    <dgm:pt modelId="{A06DA9A6-4F40-9346-8A54-64734373E0F1}" type="parTrans" cxnId="{B4042F0D-F5CE-CF42-BE1E-9136CBBFF43B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C7E8DDAB-BEC4-7948-B60F-4A903D3871F9}" type="sibTrans" cxnId="{B4042F0D-F5CE-CF42-BE1E-9136CBBFF43B}">
      <dgm:prSet/>
      <dgm:spPr/>
      <dgm:t>
        <a:bodyPr/>
        <a:lstStyle/>
        <a:p>
          <a:endParaRPr lang="en-US"/>
        </a:p>
      </dgm:t>
    </dgm:pt>
    <dgm:pt modelId="{2DCB1AAB-8C82-3747-A41A-BCABE1BF6B0F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“Carbonate trace element composition analysis by EPMA”</a:t>
          </a:r>
        </a:p>
      </dgm:t>
    </dgm:pt>
    <dgm:pt modelId="{25461895-5CDC-5C49-93FE-C8B1CF41CD73}" type="parTrans" cxnId="{BE87B553-A4E2-254B-A52C-BB2D78E46C6A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F42FC282-DB72-FC4C-82FA-4885B5347C56}" type="sibTrans" cxnId="{BE87B553-A4E2-254B-A52C-BB2D78E46C6A}">
      <dgm:prSet/>
      <dgm:spPr/>
      <dgm:t>
        <a:bodyPr/>
        <a:lstStyle/>
        <a:p>
          <a:endParaRPr lang="en-US"/>
        </a:p>
      </dgm:t>
    </dgm:pt>
    <dgm:pt modelId="{C11094E1-D2BA-744F-92C0-E9E15D40069F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Protocol A (NASA JSC)</a:t>
          </a:r>
        </a:p>
      </dgm:t>
    </dgm:pt>
    <dgm:pt modelId="{F0C2A2A6-BFE6-5E42-9030-8196DF2E9A61}" type="parTrans" cxnId="{B569ED45-DD4A-A146-BFD0-3AA3889D2091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06303FB1-4768-CD44-A102-1F775C32A967}" type="sibTrans" cxnId="{B569ED45-DD4A-A146-BFD0-3AA3889D2091}">
      <dgm:prSet/>
      <dgm:spPr/>
      <dgm:t>
        <a:bodyPr/>
        <a:lstStyle/>
        <a:p>
          <a:endParaRPr lang="en-US"/>
        </a:p>
      </dgm:t>
    </dgm:pt>
    <dgm:pt modelId="{6890E4C1-A88B-B04F-8BB1-089846DAD923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408"/>
            </a:spcAft>
          </a:pPr>
          <a:r>
            <a:rPr lang="en-US" sz="2400" b="1" u="none" dirty="0"/>
            <a:t>Technique</a:t>
          </a:r>
        </a:p>
        <a:p>
          <a:pPr>
            <a:lnSpc>
              <a:spcPct val="100000"/>
            </a:lnSpc>
            <a:spcAft>
              <a:spcPts val="408"/>
            </a:spcAft>
          </a:pPr>
          <a:r>
            <a:rPr lang="en-US" sz="1400" i="1" dirty="0"/>
            <a:t>The chemical or physical principle</a:t>
          </a:r>
        </a:p>
      </dgm:t>
    </dgm:pt>
    <dgm:pt modelId="{C5AD9E85-FBC9-1F47-9DB0-EA0CEB6A1E24}" type="parTrans" cxnId="{61308BEA-251C-FE41-A528-B65243EC8D27}">
      <dgm:prSet/>
      <dgm:spPr/>
      <dgm:t>
        <a:bodyPr/>
        <a:lstStyle/>
        <a:p>
          <a:endParaRPr lang="en-US"/>
        </a:p>
      </dgm:t>
    </dgm:pt>
    <dgm:pt modelId="{AB19E0AE-1486-CF4A-9F9D-A6BEDD9C0ECA}" type="sibTrans" cxnId="{61308BEA-251C-FE41-A528-B65243EC8D27}">
      <dgm:prSet/>
      <dgm:spPr/>
      <dgm:t>
        <a:bodyPr/>
        <a:lstStyle/>
        <a:p>
          <a:endParaRPr lang="en-US"/>
        </a:p>
      </dgm:t>
    </dgm:pt>
    <dgm:pt modelId="{CDB85513-1075-1246-A01C-F0B325CB77CE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408"/>
            </a:spcAft>
          </a:pPr>
          <a:r>
            <a:rPr lang="en-US" sz="2400" b="1" u="none" dirty="0"/>
            <a:t>Method</a:t>
          </a:r>
        </a:p>
        <a:p>
          <a:pPr>
            <a:lnSpc>
              <a:spcPct val="100000"/>
            </a:lnSpc>
            <a:spcAft>
              <a:spcPts val="408"/>
            </a:spcAft>
          </a:pPr>
          <a:r>
            <a:rPr lang="en-US" sz="1400" i="1" dirty="0"/>
            <a:t>The application of a technique</a:t>
          </a:r>
          <a:endParaRPr lang="en-US" sz="1400" dirty="0"/>
        </a:p>
      </dgm:t>
    </dgm:pt>
    <dgm:pt modelId="{AA812B74-4184-0643-B4E9-168A4E8AE0AD}" type="parTrans" cxnId="{98E5709B-839D-B64B-ABBA-1324A7A4D35F}">
      <dgm:prSet/>
      <dgm:spPr/>
      <dgm:t>
        <a:bodyPr/>
        <a:lstStyle/>
        <a:p>
          <a:endParaRPr lang="en-US"/>
        </a:p>
      </dgm:t>
    </dgm:pt>
    <dgm:pt modelId="{B5EF3A6C-A533-1C42-BB15-A47F1EBA1260}" type="sibTrans" cxnId="{98E5709B-839D-B64B-ABBA-1324A7A4D35F}">
      <dgm:prSet/>
      <dgm:spPr/>
      <dgm:t>
        <a:bodyPr/>
        <a:lstStyle/>
        <a:p>
          <a:endParaRPr lang="en-US"/>
        </a:p>
      </dgm:t>
    </dgm:pt>
    <dgm:pt modelId="{84C91242-E602-6847-903F-A3AA9D048661}">
      <dgm:prSet phldrT="[Text]" custT="1"/>
      <dgm:spPr/>
      <dgm:t>
        <a:bodyPr/>
        <a:lstStyle/>
        <a:p>
          <a:pPr>
            <a:spcAft>
              <a:spcPts val="408"/>
            </a:spcAft>
          </a:pPr>
          <a:r>
            <a:rPr lang="en-US" sz="2400" b="1" dirty="0"/>
            <a:t>Protocol</a:t>
          </a:r>
        </a:p>
        <a:p>
          <a:pPr>
            <a:spcAft>
              <a:spcPts val="408"/>
            </a:spcAft>
          </a:pPr>
          <a:r>
            <a:rPr lang="en-US" sz="1400" i="1" dirty="0"/>
            <a:t>The recipe of a method</a:t>
          </a:r>
        </a:p>
      </dgm:t>
    </dgm:pt>
    <dgm:pt modelId="{9933E831-AB18-DA42-87F2-D768CF82EB28}" type="parTrans" cxnId="{C5F57894-BB46-9142-9B65-4ADA9FCAA14D}">
      <dgm:prSet/>
      <dgm:spPr/>
      <dgm:t>
        <a:bodyPr/>
        <a:lstStyle/>
        <a:p>
          <a:endParaRPr lang="en-US"/>
        </a:p>
      </dgm:t>
    </dgm:pt>
    <dgm:pt modelId="{677F4401-11CC-A046-84BD-19F6838D6A3C}" type="sibTrans" cxnId="{C5F57894-BB46-9142-9B65-4ADA9FCAA14D}">
      <dgm:prSet/>
      <dgm:spPr/>
      <dgm:t>
        <a:bodyPr/>
        <a:lstStyle/>
        <a:p>
          <a:endParaRPr lang="en-US"/>
        </a:p>
      </dgm:t>
    </dgm:pt>
    <dgm:pt modelId="{BA021FF9-298C-CD44-A577-7D0E2EE64466}">
      <dgm:prSet custT="1"/>
      <dgm:spPr/>
      <dgm:t>
        <a:bodyPr/>
        <a:lstStyle/>
        <a:p>
          <a:pPr>
            <a:spcAft>
              <a:spcPts val="408"/>
            </a:spcAft>
          </a:pPr>
          <a:r>
            <a:rPr lang="en-US" sz="2400" b="1" dirty="0"/>
            <a:t>Procedure</a:t>
          </a:r>
        </a:p>
        <a:p>
          <a:pPr>
            <a:spcAft>
              <a:spcPts val="408"/>
            </a:spcAft>
          </a:pPr>
          <a:r>
            <a:rPr lang="en-US" sz="1400" b="0" i="1" dirty="0"/>
            <a:t>The implementation of a protocol</a:t>
          </a:r>
        </a:p>
      </dgm:t>
    </dgm:pt>
    <dgm:pt modelId="{76AD4262-6D29-3947-88A5-A941E5F78E19}" type="parTrans" cxnId="{5D365E35-7F87-8F4F-90B9-13FE7DAAD28B}">
      <dgm:prSet/>
      <dgm:spPr/>
      <dgm:t>
        <a:bodyPr/>
        <a:lstStyle/>
        <a:p>
          <a:endParaRPr lang="en-US"/>
        </a:p>
      </dgm:t>
    </dgm:pt>
    <dgm:pt modelId="{156D5509-E436-C44E-8225-EF169371DF55}" type="sibTrans" cxnId="{5D365E35-7F87-8F4F-90B9-13FE7DAAD28B}">
      <dgm:prSet/>
      <dgm:spPr/>
      <dgm:t>
        <a:bodyPr/>
        <a:lstStyle/>
        <a:p>
          <a:endParaRPr lang="en-US"/>
        </a:p>
      </dgm:t>
    </dgm:pt>
    <dgm:pt modelId="{69D7DB30-9F03-8447-A623-83C649506148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Protocol B (Caltech)</a:t>
          </a:r>
        </a:p>
      </dgm:t>
    </dgm:pt>
    <dgm:pt modelId="{932AABB1-0CA7-5A45-9023-BD67E67EA3C0}" type="parTrans" cxnId="{EB4742D3-875F-2C46-A75D-3427D789DA71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CB08AB8F-69B3-8C46-AA72-127ADE708C8B}" type="sibTrans" cxnId="{EB4742D3-875F-2C46-A75D-3427D789DA71}">
      <dgm:prSet/>
      <dgm:spPr/>
      <dgm:t>
        <a:bodyPr/>
        <a:lstStyle/>
        <a:p>
          <a:endParaRPr lang="en-US"/>
        </a:p>
      </dgm:t>
    </dgm:pt>
    <dgm:pt modelId="{D898A35A-CA2F-2545-9363-68A3469EEB79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05/01/2026</a:t>
          </a:r>
        </a:p>
      </dgm:t>
    </dgm:pt>
    <dgm:pt modelId="{CCD9B762-665F-D047-A582-E9D745B6E041}" type="parTrans" cxnId="{FBCE12CE-EB4B-D242-9454-FE5F1911BF4B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9D1D6F2D-6FF5-7849-953F-84193CCC13B7}" type="sibTrans" cxnId="{FBCE12CE-EB4B-D242-9454-FE5F1911BF4B}">
      <dgm:prSet/>
      <dgm:spPr/>
      <dgm:t>
        <a:bodyPr/>
        <a:lstStyle/>
        <a:p>
          <a:endParaRPr lang="en-US"/>
        </a:p>
      </dgm:t>
    </dgm:pt>
    <dgm:pt modelId="{EA8706F8-257D-FC41-8441-C845975DF363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05/20/2026</a:t>
          </a:r>
        </a:p>
      </dgm:t>
    </dgm:pt>
    <dgm:pt modelId="{1AFB6A38-2332-B44F-9E7B-BDE5CB4F8C13}" type="parTrans" cxnId="{9D6DE520-EAF8-8748-B83E-F3BE0F4A9E00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CBFB9828-B68B-3D47-8967-FC319F0FD3B2}" type="sibTrans" cxnId="{9D6DE520-EAF8-8748-B83E-F3BE0F4A9E00}">
      <dgm:prSet/>
      <dgm:spPr/>
      <dgm:t>
        <a:bodyPr/>
        <a:lstStyle/>
        <a:p>
          <a:endParaRPr lang="en-US"/>
        </a:p>
      </dgm:t>
    </dgm:pt>
    <dgm:pt modelId="{EC33624F-9536-1E4B-AD98-42717A66DA28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03/01/2026</a:t>
          </a:r>
        </a:p>
      </dgm:t>
    </dgm:pt>
    <dgm:pt modelId="{F5C14A69-56D8-DC4A-A929-8A163C35A708}" type="parTrans" cxnId="{E2D44608-80F7-3C49-9402-410E88CB778E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571AF374-5715-D94D-BE31-D2F5F48E15F4}" type="sibTrans" cxnId="{E2D44608-80F7-3C49-9402-410E88CB778E}">
      <dgm:prSet/>
      <dgm:spPr/>
      <dgm:t>
        <a:bodyPr/>
        <a:lstStyle/>
        <a:p>
          <a:endParaRPr lang="en-US"/>
        </a:p>
      </dgm:t>
    </dgm:pt>
    <dgm:pt modelId="{F1409DC7-8C00-4249-8FF5-F02F2440AC61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04/15/2026</a:t>
          </a:r>
        </a:p>
      </dgm:t>
    </dgm:pt>
    <dgm:pt modelId="{C9934BFE-AFBA-E942-A866-37A054D72396}" type="parTrans" cxnId="{D6FC94BE-0134-DF4B-8BF2-50996218EFDE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75062199-C20E-4B44-B43B-1E63949C207C}" type="sibTrans" cxnId="{D6FC94BE-0134-DF4B-8BF2-50996218EFDE}">
      <dgm:prSet/>
      <dgm:spPr/>
      <dgm:t>
        <a:bodyPr/>
        <a:lstStyle/>
        <a:p>
          <a:endParaRPr lang="en-US"/>
        </a:p>
      </dgm:t>
    </dgm:pt>
    <dgm:pt modelId="{05ECE81F-627C-D04B-AB0A-D92EFB88F51E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03/25/2026</a:t>
          </a:r>
        </a:p>
      </dgm:t>
    </dgm:pt>
    <dgm:pt modelId="{BF35C86B-AF7A-9942-B638-9CB429214B06}" type="parTrans" cxnId="{F3DE0EFF-8DE9-6E43-B221-D8F1DBE6A6FD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E9314E05-8C7F-7A47-9187-C3158B140BFD}" type="sibTrans" cxnId="{F3DE0EFF-8DE9-6E43-B221-D8F1DBE6A6FD}">
      <dgm:prSet/>
      <dgm:spPr/>
      <dgm:t>
        <a:bodyPr/>
        <a:lstStyle/>
        <a:p>
          <a:endParaRPr lang="en-US"/>
        </a:p>
      </dgm:t>
    </dgm:pt>
    <dgm:pt modelId="{719C4FA5-759F-634E-B149-D4A0223A8F76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04/15/2026</a:t>
          </a:r>
        </a:p>
      </dgm:t>
    </dgm:pt>
    <dgm:pt modelId="{462A938F-2A85-F84E-8BAD-16A88E0A8D4F}" type="parTrans" cxnId="{121A0BEA-F2CC-5E46-9953-5650085D1B66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27A8564D-CC65-6C4F-8BF0-2BB55955BDB6}" type="sibTrans" cxnId="{121A0BEA-F2CC-5E46-9953-5650085D1B66}">
      <dgm:prSet/>
      <dgm:spPr/>
      <dgm:t>
        <a:bodyPr/>
        <a:lstStyle/>
        <a:p>
          <a:endParaRPr lang="en-US"/>
        </a:p>
      </dgm:t>
    </dgm:pt>
    <dgm:pt modelId="{D373AFA7-1F8F-2F49-89C3-69D198039493}">
      <dgm:prSet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>
            <a:spcAft>
              <a:spcPts val="408"/>
            </a:spcAft>
          </a:pPr>
          <a:r>
            <a:rPr lang="en-US" sz="2400" b="1" dirty="0"/>
            <a:t>Data</a:t>
          </a:r>
        </a:p>
        <a:p>
          <a:pPr>
            <a:spcAft>
              <a:spcPts val="408"/>
            </a:spcAft>
          </a:pPr>
          <a:r>
            <a:rPr lang="en-US" sz="1400" b="0" i="1" dirty="0"/>
            <a:t>The product of a procedure</a:t>
          </a:r>
        </a:p>
      </dgm:t>
    </dgm:pt>
    <dgm:pt modelId="{9CE6539C-E019-F849-BE31-CF12C4C2EA7F}" type="parTrans" cxnId="{84B26DB7-9069-8D4C-814A-36D5E3549841}">
      <dgm:prSet/>
      <dgm:spPr/>
      <dgm:t>
        <a:bodyPr/>
        <a:lstStyle/>
        <a:p>
          <a:endParaRPr lang="en-US"/>
        </a:p>
      </dgm:t>
    </dgm:pt>
    <dgm:pt modelId="{2657C194-D9BB-3841-AB5F-63662B3FEC92}" type="sibTrans" cxnId="{84B26DB7-9069-8D4C-814A-36D5E3549841}">
      <dgm:prSet/>
      <dgm:spPr/>
      <dgm:t>
        <a:bodyPr/>
        <a:lstStyle/>
        <a:p>
          <a:endParaRPr lang="en-US"/>
        </a:p>
      </dgm:t>
    </dgm:pt>
    <dgm:pt modelId="{94A76FD3-B878-984C-B1A0-CD7D964B8816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A</a:t>
          </a:r>
        </a:p>
      </dgm:t>
    </dgm:pt>
    <dgm:pt modelId="{4704B685-F79B-7748-B6F9-218F57DBFC2A}" type="parTrans" cxnId="{40194C54-4443-5241-B87B-731AD9DE77F1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933C1007-7A48-0746-9252-BCBC8731290C}" type="sibTrans" cxnId="{40194C54-4443-5241-B87B-731AD9DE77F1}">
      <dgm:prSet/>
      <dgm:spPr/>
      <dgm:t>
        <a:bodyPr/>
        <a:lstStyle/>
        <a:p>
          <a:endParaRPr lang="en-US"/>
        </a:p>
      </dgm:t>
    </dgm:pt>
    <dgm:pt modelId="{2D474894-4956-1D46-BC4E-D45B4EFFC37A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B</a:t>
          </a:r>
        </a:p>
      </dgm:t>
    </dgm:pt>
    <dgm:pt modelId="{34D20B92-F5D3-C14D-B569-51AA910FAE0F}" type="parTrans" cxnId="{FC634289-384E-784D-9E76-619ACF416304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131AB95E-5B80-7146-9B92-130598384AC8}" type="sibTrans" cxnId="{FC634289-384E-784D-9E76-619ACF416304}">
      <dgm:prSet/>
      <dgm:spPr/>
      <dgm:t>
        <a:bodyPr/>
        <a:lstStyle/>
        <a:p>
          <a:endParaRPr lang="en-US"/>
        </a:p>
      </dgm:t>
    </dgm:pt>
    <dgm:pt modelId="{B9B1DFDE-F929-AA41-BFA7-525C47A12C83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C</a:t>
          </a:r>
        </a:p>
      </dgm:t>
    </dgm:pt>
    <dgm:pt modelId="{4836E969-5AAB-F146-8BAC-BD6A314E110B}" type="parTrans" cxnId="{9808D309-EB35-2841-A564-BFA53E8585A8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88DECD50-8EDA-9844-A468-343E7467E961}" type="sibTrans" cxnId="{9808D309-EB35-2841-A564-BFA53E8585A8}">
      <dgm:prSet/>
      <dgm:spPr/>
      <dgm:t>
        <a:bodyPr/>
        <a:lstStyle/>
        <a:p>
          <a:endParaRPr lang="en-US"/>
        </a:p>
      </dgm:t>
    </dgm:pt>
    <dgm:pt modelId="{6428046C-9353-3249-9346-C637B5F984F8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D</a:t>
          </a:r>
        </a:p>
      </dgm:t>
    </dgm:pt>
    <dgm:pt modelId="{7BBCB55C-59C4-CF4C-BB90-633BDF23508A}" type="parTrans" cxnId="{EB14DE73-8044-C444-8AA5-8B66DDF60DD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8D5352FE-9403-1E42-BDFA-82465CC569D5}" type="sibTrans" cxnId="{EB14DE73-8044-C444-8AA5-8B66DDF60DD2}">
      <dgm:prSet/>
      <dgm:spPr/>
      <dgm:t>
        <a:bodyPr/>
        <a:lstStyle/>
        <a:p>
          <a:endParaRPr lang="en-US"/>
        </a:p>
      </dgm:t>
    </dgm:pt>
    <dgm:pt modelId="{A40883CA-E8D1-914B-B1E5-CE30443B54A1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E</a:t>
          </a:r>
        </a:p>
      </dgm:t>
    </dgm:pt>
    <dgm:pt modelId="{B1E89A0D-2D48-C548-9634-527F5FBEE132}" type="parTrans" cxnId="{24097D55-6BE3-134B-B9BC-941A800A64A3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9B452A85-01E3-A445-9E78-FC0FB35B0F97}" type="sibTrans" cxnId="{24097D55-6BE3-134B-B9BC-941A800A64A3}">
      <dgm:prSet/>
      <dgm:spPr/>
      <dgm:t>
        <a:bodyPr/>
        <a:lstStyle/>
        <a:p>
          <a:endParaRPr lang="en-US"/>
        </a:p>
      </dgm:t>
    </dgm:pt>
    <dgm:pt modelId="{D7FCAC2A-DC6B-C34C-B8E0-5670A50F57A9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F</a:t>
          </a:r>
        </a:p>
      </dgm:t>
    </dgm:pt>
    <dgm:pt modelId="{455570FD-5B63-4048-85CA-09F096C167ED}" type="parTrans" cxnId="{4DC8F3EB-87DA-C94D-8B6C-9EFE577E4D71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3A626BE6-3130-B44C-A54B-9060F4B6C166}" type="sibTrans" cxnId="{4DC8F3EB-87DA-C94D-8B6C-9EFE577E4D71}">
      <dgm:prSet/>
      <dgm:spPr/>
      <dgm:t>
        <a:bodyPr/>
        <a:lstStyle/>
        <a:p>
          <a:endParaRPr lang="en-US"/>
        </a:p>
      </dgm:t>
    </dgm:pt>
    <dgm:pt modelId="{797D0808-AE7A-8940-9C79-3B13C915EDC5}" type="pres">
      <dgm:prSet presAssocID="{C28EFFD2-6C03-034D-8B26-361FD567E1E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BAA29F7-3503-CB42-B98F-2E7770FEE38C}" type="pres">
      <dgm:prSet presAssocID="{C28EFFD2-6C03-034D-8B26-361FD567E1EB}" presName="hierFlow" presStyleCnt="0"/>
      <dgm:spPr/>
    </dgm:pt>
    <dgm:pt modelId="{3F56FA31-513F-8E47-8B7F-7F062D64A1A0}" type="pres">
      <dgm:prSet presAssocID="{C28EFFD2-6C03-034D-8B26-361FD567E1EB}" presName="firstBuf" presStyleCnt="0"/>
      <dgm:spPr/>
    </dgm:pt>
    <dgm:pt modelId="{4CD564C5-DD5B-E640-86ED-9AEB55083840}" type="pres">
      <dgm:prSet presAssocID="{C28EFFD2-6C03-034D-8B26-361FD567E1E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FC10D34-4BFA-FF47-97D6-DDF6C3DEDBDE}" type="pres">
      <dgm:prSet presAssocID="{2880F508-CF97-4C46-ADED-537636CEE780}" presName="Name14" presStyleCnt="0"/>
      <dgm:spPr/>
    </dgm:pt>
    <dgm:pt modelId="{74A0D09A-AE7B-A947-87D8-BCFA7A093962}" type="pres">
      <dgm:prSet presAssocID="{2880F508-CF97-4C46-ADED-537636CEE780}" presName="level1Shape" presStyleLbl="node0" presStyleIdx="0" presStyleCnt="1" custScaleX="247417">
        <dgm:presLayoutVars>
          <dgm:chPref val="3"/>
        </dgm:presLayoutVars>
      </dgm:prSet>
      <dgm:spPr/>
    </dgm:pt>
    <dgm:pt modelId="{92987FC7-C31D-3646-9449-48F0ED24A5F9}" type="pres">
      <dgm:prSet presAssocID="{2880F508-CF97-4C46-ADED-537636CEE780}" presName="hierChild2" presStyleCnt="0"/>
      <dgm:spPr/>
    </dgm:pt>
    <dgm:pt modelId="{848E5F57-3549-4E48-9BF7-D7192A242FC0}" type="pres">
      <dgm:prSet presAssocID="{BA9191AE-3C9E-DE41-A553-02BDAE97B2AA}" presName="Name19" presStyleLbl="parChTrans1D2" presStyleIdx="0" presStyleCnt="2"/>
      <dgm:spPr/>
    </dgm:pt>
    <dgm:pt modelId="{35F1C553-8265-5444-8EF9-FC178F8114E0}" type="pres">
      <dgm:prSet presAssocID="{C679204C-6439-564D-A3E9-C755B18CAAAC}" presName="Name21" presStyleCnt="0"/>
      <dgm:spPr/>
    </dgm:pt>
    <dgm:pt modelId="{9C15C876-BE5D-8F48-8364-7540B7EA3277}" type="pres">
      <dgm:prSet presAssocID="{C679204C-6439-564D-A3E9-C755B18CAAAC}" presName="level2Shape" presStyleLbl="node2" presStyleIdx="0" presStyleCnt="2" custScaleX="222296"/>
      <dgm:spPr/>
    </dgm:pt>
    <dgm:pt modelId="{EB150278-55C7-A04C-B8A2-F8D17651274C}" type="pres">
      <dgm:prSet presAssocID="{C679204C-6439-564D-A3E9-C755B18CAAAC}" presName="hierChild3" presStyleCnt="0"/>
      <dgm:spPr/>
    </dgm:pt>
    <dgm:pt modelId="{8681C9DB-0C42-0842-8343-896A310F3AA8}" type="pres">
      <dgm:prSet presAssocID="{D4D6E89D-A37D-B649-8D9E-56DADE73A438}" presName="Name19" presStyleLbl="parChTrans1D3" presStyleIdx="0" presStyleCnt="4"/>
      <dgm:spPr/>
    </dgm:pt>
    <dgm:pt modelId="{8104B775-5EF5-3F47-A230-AF9925DA4E83}" type="pres">
      <dgm:prSet presAssocID="{2155C153-4EF7-0A42-99A8-6B0DD2EF4380}" presName="Name21" presStyleCnt="0"/>
      <dgm:spPr/>
    </dgm:pt>
    <dgm:pt modelId="{790FEF0C-27AB-9A43-B603-128FBFA09DC8}" type="pres">
      <dgm:prSet presAssocID="{2155C153-4EF7-0A42-99A8-6B0DD2EF4380}" presName="level2Shape" presStyleLbl="node3" presStyleIdx="0" presStyleCnt="4"/>
      <dgm:spPr/>
    </dgm:pt>
    <dgm:pt modelId="{E3814B6B-0D50-2141-8086-9BC59B60214D}" type="pres">
      <dgm:prSet presAssocID="{2155C153-4EF7-0A42-99A8-6B0DD2EF4380}" presName="hierChild3" presStyleCnt="0"/>
      <dgm:spPr/>
    </dgm:pt>
    <dgm:pt modelId="{E7E688CA-B0BA-6347-AE5A-2C45B1F8037B}" type="pres">
      <dgm:prSet presAssocID="{F5C14A69-56D8-DC4A-A929-8A163C35A708}" presName="Name19" presStyleLbl="parChTrans1D4" presStyleIdx="0" presStyleCnt="12"/>
      <dgm:spPr/>
    </dgm:pt>
    <dgm:pt modelId="{89AE59B6-9580-9D47-9099-4D2ABAE9AEEC}" type="pres">
      <dgm:prSet presAssocID="{EC33624F-9536-1E4B-AD98-42717A66DA28}" presName="Name21" presStyleCnt="0"/>
      <dgm:spPr/>
    </dgm:pt>
    <dgm:pt modelId="{6CB931D1-960A-8845-A9B6-417DE61F8999}" type="pres">
      <dgm:prSet presAssocID="{EC33624F-9536-1E4B-AD98-42717A66DA28}" presName="level2Shape" presStyleLbl="node4" presStyleIdx="0" presStyleCnt="12"/>
      <dgm:spPr/>
    </dgm:pt>
    <dgm:pt modelId="{749A7501-7C7B-F94C-BFF4-D997370CE7EF}" type="pres">
      <dgm:prSet presAssocID="{EC33624F-9536-1E4B-AD98-42717A66DA28}" presName="hierChild3" presStyleCnt="0"/>
      <dgm:spPr/>
    </dgm:pt>
    <dgm:pt modelId="{AC7175C3-40C6-7C49-9286-7BC714C0BE33}" type="pres">
      <dgm:prSet presAssocID="{4704B685-F79B-7748-B6F9-218F57DBFC2A}" presName="Name19" presStyleLbl="parChTrans1D4" presStyleIdx="1" presStyleCnt="12"/>
      <dgm:spPr/>
    </dgm:pt>
    <dgm:pt modelId="{77C6437D-DEBA-4841-A52A-7B6B2993B85B}" type="pres">
      <dgm:prSet presAssocID="{94A76FD3-B878-984C-B1A0-CD7D964B8816}" presName="Name21" presStyleCnt="0"/>
      <dgm:spPr/>
    </dgm:pt>
    <dgm:pt modelId="{AA1CC3EF-3CEA-6C4A-A41E-E7FA0299CA26}" type="pres">
      <dgm:prSet presAssocID="{94A76FD3-B878-984C-B1A0-CD7D964B8816}" presName="level2Shape" presStyleLbl="node4" presStyleIdx="1" presStyleCnt="12"/>
      <dgm:spPr/>
    </dgm:pt>
    <dgm:pt modelId="{47BCDFC6-64B4-D04A-9865-A870547A4C93}" type="pres">
      <dgm:prSet presAssocID="{94A76FD3-B878-984C-B1A0-CD7D964B8816}" presName="hierChild3" presStyleCnt="0"/>
      <dgm:spPr/>
    </dgm:pt>
    <dgm:pt modelId="{65B2F8F6-0DD9-5A45-903F-B69BF4B60F2A}" type="pres">
      <dgm:prSet presAssocID="{A06DA9A6-4F40-9346-8A54-64734373E0F1}" presName="Name19" presStyleLbl="parChTrans1D3" presStyleIdx="1" presStyleCnt="4"/>
      <dgm:spPr/>
    </dgm:pt>
    <dgm:pt modelId="{D7240BAB-BA36-3E4F-BF88-9B5EA190D2E3}" type="pres">
      <dgm:prSet presAssocID="{3EE3DA63-381A-7648-9733-7B59F202A5F7}" presName="Name21" presStyleCnt="0"/>
      <dgm:spPr/>
    </dgm:pt>
    <dgm:pt modelId="{8B36F25B-C5F7-9546-B7F9-5B517B9B3482}" type="pres">
      <dgm:prSet presAssocID="{3EE3DA63-381A-7648-9733-7B59F202A5F7}" presName="level2Shape" presStyleLbl="node3" presStyleIdx="1" presStyleCnt="4"/>
      <dgm:spPr/>
    </dgm:pt>
    <dgm:pt modelId="{F4986A96-0020-114E-A787-50F3499B959A}" type="pres">
      <dgm:prSet presAssocID="{3EE3DA63-381A-7648-9733-7B59F202A5F7}" presName="hierChild3" presStyleCnt="0"/>
      <dgm:spPr/>
    </dgm:pt>
    <dgm:pt modelId="{66AF5F28-DD5D-8C46-A7B6-566FC9010140}" type="pres">
      <dgm:prSet presAssocID="{CCD9B762-665F-D047-A582-E9D745B6E041}" presName="Name19" presStyleLbl="parChTrans1D4" presStyleIdx="2" presStyleCnt="12"/>
      <dgm:spPr/>
    </dgm:pt>
    <dgm:pt modelId="{BCDBBCD1-D2BA-8F45-8F99-4C15B336FE61}" type="pres">
      <dgm:prSet presAssocID="{D898A35A-CA2F-2545-9363-68A3469EEB79}" presName="Name21" presStyleCnt="0"/>
      <dgm:spPr/>
    </dgm:pt>
    <dgm:pt modelId="{7F6E74F9-8714-8C47-997B-DAE60AC8AA6B}" type="pres">
      <dgm:prSet presAssocID="{D898A35A-CA2F-2545-9363-68A3469EEB79}" presName="level2Shape" presStyleLbl="node4" presStyleIdx="2" presStyleCnt="12"/>
      <dgm:spPr/>
    </dgm:pt>
    <dgm:pt modelId="{D5FAC5AF-8257-B440-BD30-D1EC5516D41B}" type="pres">
      <dgm:prSet presAssocID="{D898A35A-CA2F-2545-9363-68A3469EEB79}" presName="hierChild3" presStyleCnt="0"/>
      <dgm:spPr/>
    </dgm:pt>
    <dgm:pt modelId="{F09FBD9E-A720-CD4F-A239-C31A163420D3}" type="pres">
      <dgm:prSet presAssocID="{34D20B92-F5D3-C14D-B569-51AA910FAE0F}" presName="Name19" presStyleLbl="parChTrans1D4" presStyleIdx="3" presStyleCnt="12"/>
      <dgm:spPr/>
    </dgm:pt>
    <dgm:pt modelId="{18295D46-D6FC-434F-8304-1BE76B770686}" type="pres">
      <dgm:prSet presAssocID="{2D474894-4956-1D46-BC4E-D45B4EFFC37A}" presName="Name21" presStyleCnt="0"/>
      <dgm:spPr/>
    </dgm:pt>
    <dgm:pt modelId="{6F1C50DD-288A-AB45-81FC-4A0037131875}" type="pres">
      <dgm:prSet presAssocID="{2D474894-4956-1D46-BC4E-D45B4EFFC37A}" presName="level2Shape" presStyleLbl="node4" presStyleIdx="3" presStyleCnt="12"/>
      <dgm:spPr/>
    </dgm:pt>
    <dgm:pt modelId="{A0048FD2-9F5E-3C4A-B1AB-0CE1AD018767}" type="pres">
      <dgm:prSet presAssocID="{2D474894-4956-1D46-BC4E-D45B4EFFC37A}" presName="hierChild3" presStyleCnt="0"/>
      <dgm:spPr/>
    </dgm:pt>
    <dgm:pt modelId="{3809BE24-A202-944D-A8A6-50BA960F036B}" type="pres">
      <dgm:prSet presAssocID="{1AFB6A38-2332-B44F-9E7B-BDE5CB4F8C13}" presName="Name19" presStyleLbl="parChTrans1D4" presStyleIdx="4" presStyleCnt="12"/>
      <dgm:spPr/>
    </dgm:pt>
    <dgm:pt modelId="{2F230704-37F8-704B-A0D6-658A6F844061}" type="pres">
      <dgm:prSet presAssocID="{EA8706F8-257D-FC41-8441-C845975DF363}" presName="Name21" presStyleCnt="0"/>
      <dgm:spPr/>
    </dgm:pt>
    <dgm:pt modelId="{C9BC08CC-4B0B-1247-9F93-B0CED89FD641}" type="pres">
      <dgm:prSet presAssocID="{EA8706F8-257D-FC41-8441-C845975DF363}" presName="level2Shape" presStyleLbl="node4" presStyleIdx="4" presStyleCnt="12"/>
      <dgm:spPr/>
    </dgm:pt>
    <dgm:pt modelId="{1FAF5AF3-06D8-9041-87E6-A49565478EFC}" type="pres">
      <dgm:prSet presAssocID="{EA8706F8-257D-FC41-8441-C845975DF363}" presName="hierChild3" presStyleCnt="0"/>
      <dgm:spPr/>
    </dgm:pt>
    <dgm:pt modelId="{F74FBE11-A6B4-B149-8E7F-D09DDEEC7694}" type="pres">
      <dgm:prSet presAssocID="{4836E969-5AAB-F146-8BAC-BD6A314E110B}" presName="Name19" presStyleLbl="parChTrans1D4" presStyleIdx="5" presStyleCnt="12"/>
      <dgm:spPr/>
    </dgm:pt>
    <dgm:pt modelId="{ED62A953-F881-8F45-8F1C-5BE658AF9000}" type="pres">
      <dgm:prSet presAssocID="{B9B1DFDE-F929-AA41-BFA7-525C47A12C83}" presName="Name21" presStyleCnt="0"/>
      <dgm:spPr/>
    </dgm:pt>
    <dgm:pt modelId="{5A941406-84C7-3E4B-9791-216F62F8BFEB}" type="pres">
      <dgm:prSet presAssocID="{B9B1DFDE-F929-AA41-BFA7-525C47A12C83}" presName="level2Shape" presStyleLbl="node4" presStyleIdx="5" presStyleCnt="12"/>
      <dgm:spPr/>
    </dgm:pt>
    <dgm:pt modelId="{A9A6EF56-60A7-6A43-840A-D5E6CF1DC9BF}" type="pres">
      <dgm:prSet presAssocID="{B9B1DFDE-F929-AA41-BFA7-525C47A12C83}" presName="hierChild3" presStyleCnt="0"/>
      <dgm:spPr/>
    </dgm:pt>
    <dgm:pt modelId="{CBD7DE1D-8D05-934B-929D-D26542C04AF3}" type="pres">
      <dgm:prSet presAssocID="{25461895-5CDC-5C49-93FE-C8B1CF41CD73}" presName="Name19" presStyleLbl="parChTrans1D2" presStyleIdx="1" presStyleCnt="2"/>
      <dgm:spPr/>
    </dgm:pt>
    <dgm:pt modelId="{87B7AE99-5B02-3345-BFE6-D22674D35BBE}" type="pres">
      <dgm:prSet presAssocID="{2DCB1AAB-8C82-3747-A41A-BCABE1BF6B0F}" presName="Name21" presStyleCnt="0"/>
      <dgm:spPr/>
    </dgm:pt>
    <dgm:pt modelId="{EA58B8A4-6442-A741-A29B-A261CF8294A6}" type="pres">
      <dgm:prSet presAssocID="{2DCB1AAB-8C82-3747-A41A-BCABE1BF6B0F}" presName="level2Shape" presStyleLbl="node2" presStyleIdx="1" presStyleCnt="2" custScaleX="229135"/>
      <dgm:spPr/>
    </dgm:pt>
    <dgm:pt modelId="{A396E360-EB69-E548-A962-61C42A7B1BDB}" type="pres">
      <dgm:prSet presAssocID="{2DCB1AAB-8C82-3747-A41A-BCABE1BF6B0F}" presName="hierChild3" presStyleCnt="0"/>
      <dgm:spPr/>
    </dgm:pt>
    <dgm:pt modelId="{CBE016BA-6CFD-F346-A970-F85A0DE8228E}" type="pres">
      <dgm:prSet presAssocID="{F0C2A2A6-BFE6-5E42-9030-8196DF2E9A61}" presName="Name19" presStyleLbl="parChTrans1D3" presStyleIdx="2" presStyleCnt="4"/>
      <dgm:spPr/>
    </dgm:pt>
    <dgm:pt modelId="{E7B908DB-0C28-FD4D-B63C-AB25AAD6F026}" type="pres">
      <dgm:prSet presAssocID="{C11094E1-D2BA-744F-92C0-E9E15D40069F}" presName="Name21" presStyleCnt="0"/>
      <dgm:spPr/>
    </dgm:pt>
    <dgm:pt modelId="{1612BE6D-A214-8447-AD88-561563634CCE}" type="pres">
      <dgm:prSet presAssocID="{C11094E1-D2BA-744F-92C0-E9E15D40069F}" presName="level2Shape" presStyleLbl="node3" presStyleIdx="2" presStyleCnt="4"/>
      <dgm:spPr/>
    </dgm:pt>
    <dgm:pt modelId="{2C54667A-AA51-4841-8A79-F28D8775CB3E}" type="pres">
      <dgm:prSet presAssocID="{C11094E1-D2BA-744F-92C0-E9E15D40069F}" presName="hierChild3" presStyleCnt="0"/>
      <dgm:spPr/>
    </dgm:pt>
    <dgm:pt modelId="{A089F4F0-B0E0-894A-8802-599CEDE8BD77}" type="pres">
      <dgm:prSet presAssocID="{C9934BFE-AFBA-E942-A866-37A054D72396}" presName="Name19" presStyleLbl="parChTrans1D4" presStyleIdx="6" presStyleCnt="12"/>
      <dgm:spPr/>
    </dgm:pt>
    <dgm:pt modelId="{279EB6DB-0537-5F40-ACF0-478EE6A58DED}" type="pres">
      <dgm:prSet presAssocID="{F1409DC7-8C00-4249-8FF5-F02F2440AC61}" presName="Name21" presStyleCnt="0"/>
      <dgm:spPr/>
    </dgm:pt>
    <dgm:pt modelId="{40B93D97-A4AA-B442-8261-77A8E9305376}" type="pres">
      <dgm:prSet presAssocID="{F1409DC7-8C00-4249-8FF5-F02F2440AC61}" presName="level2Shape" presStyleLbl="node4" presStyleIdx="6" presStyleCnt="12"/>
      <dgm:spPr/>
    </dgm:pt>
    <dgm:pt modelId="{4106FD75-0842-0C45-88E8-8CBA2ECA0D1C}" type="pres">
      <dgm:prSet presAssocID="{F1409DC7-8C00-4249-8FF5-F02F2440AC61}" presName="hierChild3" presStyleCnt="0"/>
      <dgm:spPr/>
    </dgm:pt>
    <dgm:pt modelId="{FBBB18F4-EF61-4644-9A52-2A5F81413501}" type="pres">
      <dgm:prSet presAssocID="{7BBCB55C-59C4-CF4C-BB90-633BDF23508A}" presName="Name19" presStyleLbl="parChTrans1D4" presStyleIdx="7" presStyleCnt="12"/>
      <dgm:spPr/>
    </dgm:pt>
    <dgm:pt modelId="{63B217E1-5DF3-C548-89E5-5C971BBC67C4}" type="pres">
      <dgm:prSet presAssocID="{6428046C-9353-3249-9346-C637B5F984F8}" presName="Name21" presStyleCnt="0"/>
      <dgm:spPr/>
    </dgm:pt>
    <dgm:pt modelId="{B401FB86-DF6A-A047-BCBC-5A55822B4EF6}" type="pres">
      <dgm:prSet presAssocID="{6428046C-9353-3249-9346-C637B5F984F8}" presName="level2Shape" presStyleLbl="node4" presStyleIdx="7" presStyleCnt="12"/>
      <dgm:spPr/>
    </dgm:pt>
    <dgm:pt modelId="{F7F92203-0472-B746-A00F-5F378B98365D}" type="pres">
      <dgm:prSet presAssocID="{6428046C-9353-3249-9346-C637B5F984F8}" presName="hierChild3" presStyleCnt="0"/>
      <dgm:spPr/>
    </dgm:pt>
    <dgm:pt modelId="{FC3B64D0-D65B-B84A-BC8D-1A5A9A8CAF9B}" type="pres">
      <dgm:prSet presAssocID="{462A938F-2A85-F84E-8BAD-16A88E0A8D4F}" presName="Name19" presStyleLbl="parChTrans1D4" presStyleIdx="8" presStyleCnt="12"/>
      <dgm:spPr/>
    </dgm:pt>
    <dgm:pt modelId="{EC49CCF4-3575-7A46-9096-7CAB439BC376}" type="pres">
      <dgm:prSet presAssocID="{719C4FA5-759F-634E-B149-D4A0223A8F76}" presName="Name21" presStyleCnt="0"/>
      <dgm:spPr/>
    </dgm:pt>
    <dgm:pt modelId="{B404AE65-3957-5A44-8F65-FFC19B07C367}" type="pres">
      <dgm:prSet presAssocID="{719C4FA5-759F-634E-B149-D4A0223A8F76}" presName="level2Shape" presStyleLbl="node4" presStyleIdx="8" presStyleCnt="12"/>
      <dgm:spPr/>
    </dgm:pt>
    <dgm:pt modelId="{5800FF22-F295-2743-B6CF-FAE8BA253A4E}" type="pres">
      <dgm:prSet presAssocID="{719C4FA5-759F-634E-B149-D4A0223A8F76}" presName="hierChild3" presStyleCnt="0"/>
      <dgm:spPr/>
    </dgm:pt>
    <dgm:pt modelId="{249C977D-1D4E-0F4E-B739-9FFB733129CA}" type="pres">
      <dgm:prSet presAssocID="{B1E89A0D-2D48-C548-9634-527F5FBEE132}" presName="Name19" presStyleLbl="parChTrans1D4" presStyleIdx="9" presStyleCnt="12"/>
      <dgm:spPr/>
    </dgm:pt>
    <dgm:pt modelId="{874D96A0-FD12-6343-A9BA-A38F0D564ED9}" type="pres">
      <dgm:prSet presAssocID="{A40883CA-E8D1-914B-B1E5-CE30443B54A1}" presName="Name21" presStyleCnt="0"/>
      <dgm:spPr/>
    </dgm:pt>
    <dgm:pt modelId="{CE29ECEC-4CBA-EF4E-8795-42AA16BFE980}" type="pres">
      <dgm:prSet presAssocID="{A40883CA-E8D1-914B-B1E5-CE30443B54A1}" presName="level2Shape" presStyleLbl="node4" presStyleIdx="9" presStyleCnt="12"/>
      <dgm:spPr/>
    </dgm:pt>
    <dgm:pt modelId="{65A034E0-8E7D-1140-BCE2-AB9EC93BC814}" type="pres">
      <dgm:prSet presAssocID="{A40883CA-E8D1-914B-B1E5-CE30443B54A1}" presName="hierChild3" presStyleCnt="0"/>
      <dgm:spPr/>
    </dgm:pt>
    <dgm:pt modelId="{F4B9F306-F5A8-C548-A465-5C45A09ABADA}" type="pres">
      <dgm:prSet presAssocID="{932AABB1-0CA7-5A45-9023-BD67E67EA3C0}" presName="Name19" presStyleLbl="parChTrans1D3" presStyleIdx="3" presStyleCnt="4"/>
      <dgm:spPr/>
    </dgm:pt>
    <dgm:pt modelId="{9FC06C6B-A98E-E74D-8BD1-E0F3F5871F5C}" type="pres">
      <dgm:prSet presAssocID="{69D7DB30-9F03-8447-A623-83C649506148}" presName="Name21" presStyleCnt="0"/>
      <dgm:spPr/>
    </dgm:pt>
    <dgm:pt modelId="{3FB45151-BC35-934D-A443-50FF33624F17}" type="pres">
      <dgm:prSet presAssocID="{69D7DB30-9F03-8447-A623-83C649506148}" presName="level2Shape" presStyleLbl="node3" presStyleIdx="3" presStyleCnt="4"/>
      <dgm:spPr/>
    </dgm:pt>
    <dgm:pt modelId="{D4E88E76-1A64-8C43-B84F-19D6BFF8843D}" type="pres">
      <dgm:prSet presAssocID="{69D7DB30-9F03-8447-A623-83C649506148}" presName="hierChild3" presStyleCnt="0"/>
      <dgm:spPr/>
    </dgm:pt>
    <dgm:pt modelId="{81117A2E-163C-2E49-B2A9-4CD38F0A1D70}" type="pres">
      <dgm:prSet presAssocID="{BF35C86B-AF7A-9942-B638-9CB429214B06}" presName="Name19" presStyleLbl="parChTrans1D4" presStyleIdx="10" presStyleCnt="12"/>
      <dgm:spPr/>
    </dgm:pt>
    <dgm:pt modelId="{B23CE4F2-B9D8-2047-B593-FAE6F2EEE18D}" type="pres">
      <dgm:prSet presAssocID="{05ECE81F-627C-D04B-AB0A-D92EFB88F51E}" presName="Name21" presStyleCnt="0"/>
      <dgm:spPr/>
    </dgm:pt>
    <dgm:pt modelId="{46EB3B03-69DE-704B-9F2B-16113641C9C1}" type="pres">
      <dgm:prSet presAssocID="{05ECE81F-627C-D04B-AB0A-D92EFB88F51E}" presName="level2Shape" presStyleLbl="node4" presStyleIdx="10" presStyleCnt="12"/>
      <dgm:spPr/>
    </dgm:pt>
    <dgm:pt modelId="{39D893FD-0D62-0B43-BAFE-A8941F86C8CE}" type="pres">
      <dgm:prSet presAssocID="{05ECE81F-627C-D04B-AB0A-D92EFB88F51E}" presName="hierChild3" presStyleCnt="0"/>
      <dgm:spPr/>
    </dgm:pt>
    <dgm:pt modelId="{240BD3EC-2517-7F4D-BA97-32EDD0D994E8}" type="pres">
      <dgm:prSet presAssocID="{455570FD-5B63-4048-85CA-09F096C167ED}" presName="Name19" presStyleLbl="parChTrans1D4" presStyleIdx="11" presStyleCnt="12"/>
      <dgm:spPr/>
    </dgm:pt>
    <dgm:pt modelId="{C2E20A79-C109-7B4C-AC05-1005E0233B32}" type="pres">
      <dgm:prSet presAssocID="{D7FCAC2A-DC6B-C34C-B8E0-5670A50F57A9}" presName="Name21" presStyleCnt="0"/>
      <dgm:spPr/>
    </dgm:pt>
    <dgm:pt modelId="{2E5C41C7-B7AC-DD4D-9705-F775F78620D5}" type="pres">
      <dgm:prSet presAssocID="{D7FCAC2A-DC6B-C34C-B8E0-5670A50F57A9}" presName="level2Shape" presStyleLbl="node4" presStyleIdx="11" presStyleCnt="12"/>
      <dgm:spPr/>
    </dgm:pt>
    <dgm:pt modelId="{A14900B6-4183-9C45-8A60-1B70068AE54A}" type="pres">
      <dgm:prSet presAssocID="{D7FCAC2A-DC6B-C34C-B8E0-5670A50F57A9}" presName="hierChild3" presStyleCnt="0"/>
      <dgm:spPr/>
    </dgm:pt>
    <dgm:pt modelId="{5E4C9636-7285-7B4F-879B-1350636DA215}" type="pres">
      <dgm:prSet presAssocID="{C28EFFD2-6C03-034D-8B26-361FD567E1EB}" presName="bgShapesFlow" presStyleCnt="0"/>
      <dgm:spPr/>
    </dgm:pt>
    <dgm:pt modelId="{B6E7CC73-A826-4D4D-8E94-A5BB03D6F7B5}" type="pres">
      <dgm:prSet presAssocID="{6890E4C1-A88B-B04F-8BB1-089846DAD923}" presName="rectComp" presStyleCnt="0"/>
      <dgm:spPr/>
    </dgm:pt>
    <dgm:pt modelId="{8BD55588-4678-5542-A4B4-C5269E8A4E33}" type="pres">
      <dgm:prSet presAssocID="{6890E4C1-A88B-B04F-8BB1-089846DAD923}" presName="bgRect" presStyleLbl="bgShp" presStyleIdx="0" presStyleCnt="5"/>
      <dgm:spPr/>
    </dgm:pt>
    <dgm:pt modelId="{D66CE501-91AA-DA4F-85F4-2DCFD851D4D9}" type="pres">
      <dgm:prSet presAssocID="{6890E4C1-A88B-B04F-8BB1-089846DAD923}" presName="bgRectTx" presStyleLbl="bgShp" presStyleIdx="0" presStyleCnt="5">
        <dgm:presLayoutVars>
          <dgm:bulletEnabled val="1"/>
        </dgm:presLayoutVars>
      </dgm:prSet>
      <dgm:spPr/>
    </dgm:pt>
    <dgm:pt modelId="{DB38CF35-A027-3F4E-9E43-160FD03D18F1}" type="pres">
      <dgm:prSet presAssocID="{6890E4C1-A88B-B04F-8BB1-089846DAD923}" presName="spComp" presStyleCnt="0"/>
      <dgm:spPr/>
    </dgm:pt>
    <dgm:pt modelId="{9E6B5B52-32BD-BB45-A252-663B32754233}" type="pres">
      <dgm:prSet presAssocID="{6890E4C1-A88B-B04F-8BB1-089846DAD923}" presName="vSp" presStyleCnt="0"/>
      <dgm:spPr/>
    </dgm:pt>
    <dgm:pt modelId="{A474F73D-96A3-4949-BDD4-F476D42F269A}" type="pres">
      <dgm:prSet presAssocID="{CDB85513-1075-1246-A01C-F0B325CB77CE}" presName="rectComp" presStyleCnt="0"/>
      <dgm:spPr/>
    </dgm:pt>
    <dgm:pt modelId="{01A8851F-7AB1-C44D-A69A-D4E59505F4BA}" type="pres">
      <dgm:prSet presAssocID="{CDB85513-1075-1246-A01C-F0B325CB77CE}" presName="bgRect" presStyleLbl="bgShp" presStyleIdx="1" presStyleCnt="5"/>
      <dgm:spPr/>
    </dgm:pt>
    <dgm:pt modelId="{6D0E4BB7-CEF9-3147-A38B-6C8A3BB460B7}" type="pres">
      <dgm:prSet presAssocID="{CDB85513-1075-1246-A01C-F0B325CB77CE}" presName="bgRectTx" presStyleLbl="bgShp" presStyleIdx="1" presStyleCnt="5">
        <dgm:presLayoutVars>
          <dgm:bulletEnabled val="1"/>
        </dgm:presLayoutVars>
      </dgm:prSet>
      <dgm:spPr/>
    </dgm:pt>
    <dgm:pt modelId="{A9FD3276-7D10-3F47-BADF-A5A61849EBD1}" type="pres">
      <dgm:prSet presAssocID="{CDB85513-1075-1246-A01C-F0B325CB77CE}" presName="spComp" presStyleCnt="0"/>
      <dgm:spPr/>
    </dgm:pt>
    <dgm:pt modelId="{C63B5FA0-C664-8C41-BE89-67F3926C7256}" type="pres">
      <dgm:prSet presAssocID="{CDB85513-1075-1246-A01C-F0B325CB77CE}" presName="vSp" presStyleCnt="0"/>
      <dgm:spPr/>
    </dgm:pt>
    <dgm:pt modelId="{75696124-E8BA-C04B-8E27-6C6CE277CF8B}" type="pres">
      <dgm:prSet presAssocID="{84C91242-E602-6847-903F-A3AA9D048661}" presName="rectComp" presStyleCnt="0"/>
      <dgm:spPr/>
    </dgm:pt>
    <dgm:pt modelId="{348091E3-23F9-7B46-91CE-C3FAF6AAB5B9}" type="pres">
      <dgm:prSet presAssocID="{84C91242-E602-6847-903F-A3AA9D048661}" presName="bgRect" presStyleLbl="bgShp" presStyleIdx="2" presStyleCnt="5"/>
      <dgm:spPr/>
    </dgm:pt>
    <dgm:pt modelId="{B780C0C3-F470-6D44-97D3-5BAF774FDC78}" type="pres">
      <dgm:prSet presAssocID="{84C91242-E602-6847-903F-A3AA9D048661}" presName="bgRectTx" presStyleLbl="bgShp" presStyleIdx="2" presStyleCnt="5">
        <dgm:presLayoutVars>
          <dgm:bulletEnabled val="1"/>
        </dgm:presLayoutVars>
      </dgm:prSet>
      <dgm:spPr/>
    </dgm:pt>
    <dgm:pt modelId="{AB30DF7E-CB07-4C43-80DF-FD983802E086}" type="pres">
      <dgm:prSet presAssocID="{84C91242-E602-6847-903F-A3AA9D048661}" presName="spComp" presStyleCnt="0"/>
      <dgm:spPr/>
    </dgm:pt>
    <dgm:pt modelId="{C5B8E8D4-E61A-3E46-ABFC-E8C3159AA246}" type="pres">
      <dgm:prSet presAssocID="{84C91242-E602-6847-903F-A3AA9D048661}" presName="vSp" presStyleCnt="0"/>
      <dgm:spPr/>
    </dgm:pt>
    <dgm:pt modelId="{31B804E5-1B41-4A4A-8BDE-64F79D217259}" type="pres">
      <dgm:prSet presAssocID="{BA021FF9-298C-CD44-A577-7D0E2EE64466}" presName="rectComp" presStyleCnt="0"/>
      <dgm:spPr/>
    </dgm:pt>
    <dgm:pt modelId="{E990D230-1044-1549-900F-250EDEF2C090}" type="pres">
      <dgm:prSet presAssocID="{BA021FF9-298C-CD44-A577-7D0E2EE64466}" presName="bgRect" presStyleLbl="bgShp" presStyleIdx="3" presStyleCnt="5"/>
      <dgm:spPr/>
    </dgm:pt>
    <dgm:pt modelId="{E128D92D-8AFF-FF42-BF32-F99D3999A167}" type="pres">
      <dgm:prSet presAssocID="{BA021FF9-298C-CD44-A577-7D0E2EE64466}" presName="bgRectTx" presStyleLbl="bgShp" presStyleIdx="3" presStyleCnt="5">
        <dgm:presLayoutVars>
          <dgm:bulletEnabled val="1"/>
        </dgm:presLayoutVars>
      </dgm:prSet>
      <dgm:spPr/>
    </dgm:pt>
    <dgm:pt modelId="{6D28F4AF-97A8-4741-B7DF-164727C83D22}" type="pres">
      <dgm:prSet presAssocID="{BA021FF9-298C-CD44-A577-7D0E2EE64466}" presName="spComp" presStyleCnt="0"/>
      <dgm:spPr/>
    </dgm:pt>
    <dgm:pt modelId="{342DDF75-D075-4A44-B251-AC554986E2A7}" type="pres">
      <dgm:prSet presAssocID="{BA021FF9-298C-CD44-A577-7D0E2EE64466}" presName="vSp" presStyleCnt="0"/>
      <dgm:spPr/>
    </dgm:pt>
    <dgm:pt modelId="{F4893191-9F08-6343-A7C2-74B9842CE8EE}" type="pres">
      <dgm:prSet presAssocID="{D373AFA7-1F8F-2F49-89C3-69D198039493}" presName="rectComp" presStyleCnt="0"/>
      <dgm:spPr/>
    </dgm:pt>
    <dgm:pt modelId="{0A2BE206-30D2-CD4F-9BC6-4D1F0431D022}" type="pres">
      <dgm:prSet presAssocID="{D373AFA7-1F8F-2F49-89C3-69D198039493}" presName="bgRect" presStyleLbl="bgShp" presStyleIdx="4" presStyleCnt="5"/>
      <dgm:spPr/>
    </dgm:pt>
    <dgm:pt modelId="{D20468CE-3CE8-EC46-A7DF-898013D39EFE}" type="pres">
      <dgm:prSet presAssocID="{D373AFA7-1F8F-2F49-89C3-69D198039493}" presName="bgRectTx" presStyleLbl="bgShp" presStyleIdx="4" presStyleCnt="5">
        <dgm:presLayoutVars>
          <dgm:bulletEnabled val="1"/>
        </dgm:presLayoutVars>
      </dgm:prSet>
      <dgm:spPr/>
    </dgm:pt>
  </dgm:ptLst>
  <dgm:cxnLst>
    <dgm:cxn modelId="{0699D003-A8E6-D843-8FC3-46BBA8E80D17}" type="presOf" srcId="{84C91242-E602-6847-903F-A3AA9D048661}" destId="{B780C0C3-F470-6D44-97D3-5BAF774FDC78}" srcOrd="1" destOrd="0" presId="urn:microsoft.com/office/officeart/2005/8/layout/hierarchy6"/>
    <dgm:cxn modelId="{2B3DE103-0B4D-C54C-8082-13A44E3945AC}" type="presOf" srcId="{BA9191AE-3C9E-DE41-A553-02BDAE97B2AA}" destId="{848E5F57-3549-4E48-9BF7-D7192A242FC0}" srcOrd="0" destOrd="0" presId="urn:microsoft.com/office/officeart/2005/8/layout/hierarchy6"/>
    <dgm:cxn modelId="{E2D44608-80F7-3C49-9402-410E88CB778E}" srcId="{2155C153-4EF7-0A42-99A8-6B0DD2EF4380}" destId="{EC33624F-9536-1E4B-AD98-42717A66DA28}" srcOrd="0" destOrd="0" parTransId="{F5C14A69-56D8-DC4A-A929-8A163C35A708}" sibTransId="{571AF374-5715-D94D-BE31-D2F5F48E15F4}"/>
    <dgm:cxn modelId="{DA15D108-BCA0-DD4E-A804-A5C4C315AD04}" type="presOf" srcId="{94A76FD3-B878-984C-B1A0-CD7D964B8816}" destId="{AA1CC3EF-3CEA-6C4A-A41E-E7FA0299CA26}" srcOrd="0" destOrd="0" presId="urn:microsoft.com/office/officeart/2005/8/layout/hierarchy6"/>
    <dgm:cxn modelId="{9808D309-EB35-2841-A564-BFA53E8585A8}" srcId="{EA8706F8-257D-FC41-8441-C845975DF363}" destId="{B9B1DFDE-F929-AA41-BFA7-525C47A12C83}" srcOrd="0" destOrd="0" parTransId="{4836E969-5AAB-F146-8BAC-BD6A314E110B}" sibTransId="{88DECD50-8EDA-9844-A468-343E7467E961}"/>
    <dgm:cxn modelId="{B4042F0D-F5CE-CF42-BE1E-9136CBBFF43B}" srcId="{C679204C-6439-564D-A3E9-C755B18CAAAC}" destId="{3EE3DA63-381A-7648-9733-7B59F202A5F7}" srcOrd="1" destOrd="0" parTransId="{A06DA9A6-4F40-9346-8A54-64734373E0F1}" sibTransId="{C7E8DDAB-BEC4-7948-B60F-4A903D3871F9}"/>
    <dgm:cxn modelId="{A6435313-5D09-EC4F-ABB3-DC1AC59EEE23}" type="presOf" srcId="{BA021FF9-298C-CD44-A577-7D0E2EE64466}" destId="{E990D230-1044-1549-900F-250EDEF2C090}" srcOrd="0" destOrd="0" presId="urn:microsoft.com/office/officeart/2005/8/layout/hierarchy6"/>
    <dgm:cxn modelId="{72DC0118-3EA7-0749-A855-E6C60A830DB0}" type="presOf" srcId="{F5C14A69-56D8-DC4A-A929-8A163C35A708}" destId="{E7E688CA-B0BA-6347-AE5A-2C45B1F8037B}" srcOrd="0" destOrd="0" presId="urn:microsoft.com/office/officeart/2005/8/layout/hierarchy6"/>
    <dgm:cxn modelId="{2104051A-D605-564C-8435-F90685A037B5}" type="presOf" srcId="{C679204C-6439-564D-A3E9-C755B18CAAAC}" destId="{9C15C876-BE5D-8F48-8364-7540B7EA3277}" srcOrd="0" destOrd="0" presId="urn:microsoft.com/office/officeart/2005/8/layout/hierarchy6"/>
    <dgm:cxn modelId="{E3B49C1A-E3EF-E648-B6B8-0FA1A52146F2}" type="presOf" srcId="{D4D6E89D-A37D-B649-8D9E-56DADE73A438}" destId="{8681C9DB-0C42-0842-8343-896A310F3AA8}" srcOrd="0" destOrd="0" presId="urn:microsoft.com/office/officeart/2005/8/layout/hierarchy6"/>
    <dgm:cxn modelId="{3D9AEF1F-9064-EB4F-8D0B-E182DC426362}" type="presOf" srcId="{A40883CA-E8D1-914B-B1E5-CE30443B54A1}" destId="{CE29ECEC-4CBA-EF4E-8795-42AA16BFE980}" srcOrd="0" destOrd="0" presId="urn:microsoft.com/office/officeart/2005/8/layout/hierarchy6"/>
    <dgm:cxn modelId="{9D6DE520-EAF8-8748-B83E-F3BE0F4A9E00}" srcId="{3EE3DA63-381A-7648-9733-7B59F202A5F7}" destId="{EA8706F8-257D-FC41-8441-C845975DF363}" srcOrd="1" destOrd="0" parTransId="{1AFB6A38-2332-B44F-9E7B-BDE5CB4F8C13}" sibTransId="{CBFB9828-B68B-3D47-8967-FC319F0FD3B2}"/>
    <dgm:cxn modelId="{5E60D12D-0CFC-7E49-8232-493186361999}" type="presOf" srcId="{F0C2A2A6-BFE6-5E42-9030-8196DF2E9A61}" destId="{CBE016BA-6CFD-F346-A970-F85A0DE8228E}" srcOrd="0" destOrd="0" presId="urn:microsoft.com/office/officeart/2005/8/layout/hierarchy6"/>
    <dgm:cxn modelId="{4F38502E-FB11-7847-8C2A-1562C602FCE4}" type="presOf" srcId="{4704B685-F79B-7748-B6F9-218F57DBFC2A}" destId="{AC7175C3-40C6-7C49-9286-7BC714C0BE33}" srcOrd="0" destOrd="0" presId="urn:microsoft.com/office/officeart/2005/8/layout/hierarchy6"/>
    <dgm:cxn modelId="{5C7C8832-B933-0C46-B359-52A1884B1A89}" type="presOf" srcId="{D373AFA7-1F8F-2F49-89C3-69D198039493}" destId="{0A2BE206-30D2-CD4F-9BC6-4D1F0431D022}" srcOrd="0" destOrd="0" presId="urn:microsoft.com/office/officeart/2005/8/layout/hierarchy6"/>
    <dgm:cxn modelId="{26785235-42D7-9645-8639-A85DC190F2FE}" type="presOf" srcId="{D898A35A-CA2F-2545-9363-68A3469EEB79}" destId="{7F6E74F9-8714-8C47-997B-DAE60AC8AA6B}" srcOrd="0" destOrd="0" presId="urn:microsoft.com/office/officeart/2005/8/layout/hierarchy6"/>
    <dgm:cxn modelId="{5D365E35-7F87-8F4F-90B9-13FE7DAAD28B}" srcId="{C28EFFD2-6C03-034D-8B26-361FD567E1EB}" destId="{BA021FF9-298C-CD44-A577-7D0E2EE64466}" srcOrd="4" destOrd="0" parTransId="{76AD4262-6D29-3947-88A5-A941E5F78E19}" sibTransId="{156D5509-E436-C44E-8225-EF169371DF55}"/>
    <dgm:cxn modelId="{7C856935-CF61-5F40-A747-E547FDD9262E}" type="presOf" srcId="{B9B1DFDE-F929-AA41-BFA7-525C47A12C83}" destId="{5A941406-84C7-3E4B-9791-216F62F8BFEB}" srcOrd="0" destOrd="0" presId="urn:microsoft.com/office/officeart/2005/8/layout/hierarchy6"/>
    <dgm:cxn modelId="{C431A537-7100-324C-B409-32E0FB95E3D1}" type="presOf" srcId="{6890E4C1-A88B-B04F-8BB1-089846DAD923}" destId="{8BD55588-4678-5542-A4B4-C5269E8A4E33}" srcOrd="0" destOrd="0" presId="urn:microsoft.com/office/officeart/2005/8/layout/hierarchy6"/>
    <dgm:cxn modelId="{80FB1138-6281-204B-A33F-D2CDD0881FC3}" type="presOf" srcId="{D7FCAC2A-DC6B-C34C-B8E0-5670A50F57A9}" destId="{2E5C41C7-B7AC-DD4D-9705-F775F78620D5}" srcOrd="0" destOrd="0" presId="urn:microsoft.com/office/officeart/2005/8/layout/hierarchy6"/>
    <dgm:cxn modelId="{EC62EC3C-E97C-AF40-A160-DBBB9B972D3C}" type="presOf" srcId="{25461895-5CDC-5C49-93FE-C8B1CF41CD73}" destId="{CBD7DE1D-8D05-934B-929D-D26542C04AF3}" srcOrd="0" destOrd="0" presId="urn:microsoft.com/office/officeart/2005/8/layout/hierarchy6"/>
    <dgm:cxn modelId="{322AD43D-D51C-A544-A28F-9CB690519565}" type="presOf" srcId="{D373AFA7-1F8F-2F49-89C3-69D198039493}" destId="{D20468CE-3CE8-EC46-A7DF-898013D39EFE}" srcOrd="1" destOrd="0" presId="urn:microsoft.com/office/officeart/2005/8/layout/hierarchy6"/>
    <dgm:cxn modelId="{5748103F-8352-FF49-80E6-3595FB6DC38B}" type="presOf" srcId="{455570FD-5B63-4048-85CA-09F096C167ED}" destId="{240BD3EC-2517-7F4D-BA97-32EDD0D994E8}" srcOrd="0" destOrd="0" presId="urn:microsoft.com/office/officeart/2005/8/layout/hierarchy6"/>
    <dgm:cxn modelId="{3537F641-0DD7-DB4E-907B-AF3C96B5F776}" type="presOf" srcId="{69D7DB30-9F03-8447-A623-83C649506148}" destId="{3FB45151-BC35-934D-A443-50FF33624F17}" srcOrd="0" destOrd="0" presId="urn:microsoft.com/office/officeart/2005/8/layout/hierarchy6"/>
    <dgm:cxn modelId="{AF7E5A42-5253-C54E-B4EC-DD2CA8D954BE}" type="presOf" srcId="{84C91242-E602-6847-903F-A3AA9D048661}" destId="{348091E3-23F9-7B46-91CE-C3FAF6AAB5B9}" srcOrd="0" destOrd="0" presId="urn:microsoft.com/office/officeart/2005/8/layout/hierarchy6"/>
    <dgm:cxn modelId="{B569ED45-DD4A-A146-BFD0-3AA3889D2091}" srcId="{2DCB1AAB-8C82-3747-A41A-BCABE1BF6B0F}" destId="{C11094E1-D2BA-744F-92C0-E9E15D40069F}" srcOrd="0" destOrd="0" parTransId="{F0C2A2A6-BFE6-5E42-9030-8196DF2E9A61}" sibTransId="{06303FB1-4768-CD44-A102-1F775C32A967}"/>
    <dgm:cxn modelId="{BE87B553-A4E2-254B-A52C-BB2D78E46C6A}" srcId="{2880F508-CF97-4C46-ADED-537636CEE780}" destId="{2DCB1AAB-8C82-3747-A41A-BCABE1BF6B0F}" srcOrd="1" destOrd="0" parTransId="{25461895-5CDC-5C49-93FE-C8B1CF41CD73}" sibTransId="{F42FC282-DB72-FC4C-82FA-4885B5347C56}"/>
    <dgm:cxn modelId="{40194C54-4443-5241-B87B-731AD9DE77F1}" srcId="{EC33624F-9536-1E4B-AD98-42717A66DA28}" destId="{94A76FD3-B878-984C-B1A0-CD7D964B8816}" srcOrd="0" destOrd="0" parTransId="{4704B685-F79B-7748-B6F9-218F57DBFC2A}" sibTransId="{933C1007-7A48-0746-9252-BCBC8731290C}"/>
    <dgm:cxn modelId="{24097D55-6BE3-134B-B9BC-941A800A64A3}" srcId="{719C4FA5-759F-634E-B149-D4A0223A8F76}" destId="{A40883CA-E8D1-914B-B1E5-CE30443B54A1}" srcOrd="0" destOrd="0" parTransId="{B1E89A0D-2D48-C548-9634-527F5FBEE132}" sibTransId="{9B452A85-01E3-A445-9E78-FC0FB35B0F97}"/>
    <dgm:cxn modelId="{B330C855-48FE-364E-BB5A-A1EB5DCA8C62}" type="presOf" srcId="{BF35C86B-AF7A-9942-B638-9CB429214B06}" destId="{81117A2E-163C-2E49-B2A9-4CD38F0A1D70}" srcOrd="0" destOrd="0" presId="urn:microsoft.com/office/officeart/2005/8/layout/hierarchy6"/>
    <dgm:cxn modelId="{69E90756-6FCA-9A41-B4C6-C9E94C51203F}" type="presOf" srcId="{2880F508-CF97-4C46-ADED-537636CEE780}" destId="{74A0D09A-AE7B-A947-87D8-BCFA7A093962}" srcOrd="0" destOrd="0" presId="urn:microsoft.com/office/officeart/2005/8/layout/hierarchy6"/>
    <dgm:cxn modelId="{A571AE57-709A-1042-9166-E4FC07AE8898}" type="presOf" srcId="{B1E89A0D-2D48-C548-9634-527F5FBEE132}" destId="{249C977D-1D4E-0F4E-B739-9FFB733129CA}" srcOrd="0" destOrd="0" presId="urn:microsoft.com/office/officeart/2005/8/layout/hierarchy6"/>
    <dgm:cxn modelId="{7CE64558-BD00-9748-9C56-BF36337DD16D}" type="presOf" srcId="{05ECE81F-627C-D04B-AB0A-D92EFB88F51E}" destId="{46EB3B03-69DE-704B-9F2B-16113641C9C1}" srcOrd="0" destOrd="0" presId="urn:microsoft.com/office/officeart/2005/8/layout/hierarchy6"/>
    <dgm:cxn modelId="{1AE32559-3942-EA4D-A111-F0F5EA925BD7}" type="presOf" srcId="{EA8706F8-257D-FC41-8441-C845975DF363}" destId="{C9BC08CC-4B0B-1247-9F93-B0CED89FD641}" srcOrd="0" destOrd="0" presId="urn:microsoft.com/office/officeart/2005/8/layout/hierarchy6"/>
    <dgm:cxn modelId="{3256346A-1807-9B47-9C38-F0F2533106A1}" type="presOf" srcId="{6428046C-9353-3249-9346-C637B5F984F8}" destId="{B401FB86-DF6A-A047-BCBC-5A55822B4EF6}" srcOrd="0" destOrd="0" presId="urn:microsoft.com/office/officeart/2005/8/layout/hierarchy6"/>
    <dgm:cxn modelId="{246E4F6C-DC3C-454A-8BF8-B8388C8D66E3}" type="presOf" srcId="{34D20B92-F5D3-C14D-B569-51AA910FAE0F}" destId="{F09FBD9E-A720-CD4F-A239-C31A163420D3}" srcOrd="0" destOrd="0" presId="urn:microsoft.com/office/officeart/2005/8/layout/hierarchy6"/>
    <dgm:cxn modelId="{7F62E370-C86E-C646-A957-0B09A1733FF1}" type="presOf" srcId="{BA021FF9-298C-CD44-A577-7D0E2EE64466}" destId="{E128D92D-8AFF-FF42-BF32-F99D3999A167}" srcOrd="1" destOrd="0" presId="urn:microsoft.com/office/officeart/2005/8/layout/hierarchy6"/>
    <dgm:cxn modelId="{EB14DE73-8044-C444-8AA5-8B66DDF60DD2}" srcId="{F1409DC7-8C00-4249-8FF5-F02F2440AC61}" destId="{6428046C-9353-3249-9346-C637B5F984F8}" srcOrd="0" destOrd="0" parTransId="{7BBCB55C-59C4-CF4C-BB90-633BDF23508A}" sibTransId="{8D5352FE-9403-1E42-BDFA-82465CC569D5}"/>
    <dgm:cxn modelId="{83CBB378-ED74-DA42-A202-6D938B08D153}" srcId="{C28EFFD2-6C03-034D-8B26-361FD567E1EB}" destId="{2880F508-CF97-4C46-ADED-537636CEE780}" srcOrd="0" destOrd="0" parTransId="{FFE8C36D-E2F9-984D-93A2-7A0224D73E51}" sibTransId="{097BE42C-F4A3-6D42-A6D4-88DBD54804BC}"/>
    <dgm:cxn modelId="{00C1517E-9D38-A243-AE0F-27E6D6AFFA44}" type="presOf" srcId="{719C4FA5-759F-634E-B149-D4A0223A8F76}" destId="{B404AE65-3957-5A44-8F65-FFC19B07C367}" srcOrd="0" destOrd="0" presId="urn:microsoft.com/office/officeart/2005/8/layout/hierarchy6"/>
    <dgm:cxn modelId="{FC634289-384E-784D-9E76-619ACF416304}" srcId="{D898A35A-CA2F-2545-9363-68A3469EEB79}" destId="{2D474894-4956-1D46-BC4E-D45B4EFFC37A}" srcOrd="0" destOrd="0" parTransId="{34D20B92-F5D3-C14D-B569-51AA910FAE0F}" sibTransId="{131AB95E-5B80-7146-9B92-130598384AC8}"/>
    <dgm:cxn modelId="{009BFE8A-0686-9646-B700-FFFE5BD4AC00}" type="presOf" srcId="{6890E4C1-A88B-B04F-8BB1-089846DAD923}" destId="{D66CE501-91AA-DA4F-85F4-2DCFD851D4D9}" srcOrd="1" destOrd="0" presId="urn:microsoft.com/office/officeart/2005/8/layout/hierarchy6"/>
    <dgm:cxn modelId="{C5F57894-BB46-9142-9B65-4ADA9FCAA14D}" srcId="{C28EFFD2-6C03-034D-8B26-361FD567E1EB}" destId="{84C91242-E602-6847-903F-A3AA9D048661}" srcOrd="3" destOrd="0" parTransId="{9933E831-AB18-DA42-87F2-D768CF82EB28}" sibTransId="{677F4401-11CC-A046-84BD-19F6838D6A3C}"/>
    <dgm:cxn modelId="{5ED49A94-6E23-BE49-8E08-761B31CBD09C}" type="presOf" srcId="{4836E969-5AAB-F146-8BAC-BD6A314E110B}" destId="{F74FBE11-A6B4-B149-8E7F-D09DDEEC7694}" srcOrd="0" destOrd="0" presId="urn:microsoft.com/office/officeart/2005/8/layout/hierarchy6"/>
    <dgm:cxn modelId="{A786CC98-9D59-9943-A876-3522F13D77D6}" type="presOf" srcId="{C11094E1-D2BA-744F-92C0-E9E15D40069F}" destId="{1612BE6D-A214-8447-AD88-561563634CCE}" srcOrd="0" destOrd="0" presId="urn:microsoft.com/office/officeart/2005/8/layout/hierarchy6"/>
    <dgm:cxn modelId="{98E5709B-839D-B64B-ABBA-1324A7A4D35F}" srcId="{C28EFFD2-6C03-034D-8B26-361FD567E1EB}" destId="{CDB85513-1075-1246-A01C-F0B325CB77CE}" srcOrd="2" destOrd="0" parTransId="{AA812B74-4184-0643-B4E9-168A4E8AE0AD}" sibTransId="{B5EF3A6C-A533-1C42-BB15-A47F1EBA1260}"/>
    <dgm:cxn modelId="{F995A99B-7E30-BF4F-B50B-4852DAEE5F5A}" type="presOf" srcId="{CDB85513-1075-1246-A01C-F0B325CB77CE}" destId="{6D0E4BB7-CEF9-3147-A38B-6C8A3BB460B7}" srcOrd="1" destOrd="0" presId="urn:microsoft.com/office/officeart/2005/8/layout/hierarchy6"/>
    <dgm:cxn modelId="{11462EA1-5B21-F449-B4CF-DE27B5A42D44}" type="presOf" srcId="{C28EFFD2-6C03-034D-8B26-361FD567E1EB}" destId="{797D0808-AE7A-8940-9C79-3B13C915EDC5}" srcOrd="0" destOrd="0" presId="urn:microsoft.com/office/officeart/2005/8/layout/hierarchy6"/>
    <dgm:cxn modelId="{911499A6-FD30-634B-B0A8-2302B13D5BB3}" type="presOf" srcId="{CCD9B762-665F-D047-A582-E9D745B6E041}" destId="{66AF5F28-DD5D-8C46-A7B6-566FC9010140}" srcOrd="0" destOrd="0" presId="urn:microsoft.com/office/officeart/2005/8/layout/hierarchy6"/>
    <dgm:cxn modelId="{B0B2CDA7-B09D-7844-882F-71CE09FCD298}" type="presOf" srcId="{7BBCB55C-59C4-CF4C-BB90-633BDF23508A}" destId="{FBBB18F4-EF61-4644-9A52-2A5F81413501}" srcOrd="0" destOrd="0" presId="urn:microsoft.com/office/officeart/2005/8/layout/hierarchy6"/>
    <dgm:cxn modelId="{F28B0AA9-B03D-5545-8F2E-59F35C33889E}" type="presOf" srcId="{C9934BFE-AFBA-E942-A866-37A054D72396}" destId="{A089F4F0-B0E0-894A-8802-599CEDE8BD77}" srcOrd="0" destOrd="0" presId="urn:microsoft.com/office/officeart/2005/8/layout/hierarchy6"/>
    <dgm:cxn modelId="{BA97F5A9-75DC-7B43-9DEA-A2883DAD7673}" type="presOf" srcId="{1AFB6A38-2332-B44F-9E7B-BDE5CB4F8C13}" destId="{3809BE24-A202-944D-A8A6-50BA960F036B}" srcOrd="0" destOrd="0" presId="urn:microsoft.com/office/officeart/2005/8/layout/hierarchy6"/>
    <dgm:cxn modelId="{C879BDB0-ACCF-A94D-BB47-43588A380B48}" type="presOf" srcId="{462A938F-2A85-F84E-8BAD-16A88E0A8D4F}" destId="{FC3B64D0-D65B-B84A-BC8D-1A5A9A8CAF9B}" srcOrd="0" destOrd="0" presId="urn:microsoft.com/office/officeart/2005/8/layout/hierarchy6"/>
    <dgm:cxn modelId="{24DC67B2-B6AF-904E-B397-43BF4BD41975}" type="presOf" srcId="{EC33624F-9536-1E4B-AD98-42717A66DA28}" destId="{6CB931D1-960A-8845-A9B6-417DE61F8999}" srcOrd="0" destOrd="0" presId="urn:microsoft.com/office/officeart/2005/8/layout/hierarchy6"/>
    <dgm:cxn modelId="{DBCBA3B4-ADD0-3D40-9329-C7881FB0D617}" type="presOf" srcId="{A06DA9A6-4F40-9346-8A54-64734373E0F1}" destId="{65B2F8F6-0DD9-5A45-903F-B69BF4B60F2A}" srcOrd="0" destOrd="0" presId="urn:microsoft.com/office/officeart/2005/8/layout/hierarchy6"/>
    <dgm:cxn modelId="{84B26DB7-9069-8D4C-814A-36D5E3549841}" srcId="{C28EFFD2-6C03-034D-8B26-361FD567E1EB}" destId="{D373AFA7-1F8F-2F49-89C3-69D198039493}" srcOrd="5" destOrd="0" parTransId="{9CE6539C-E019-F849-BE31-CF12C4C2EA7F}" sibTransId="{2657C194-D9BB-3841-AB5F-63662B3FEC92}"/>
    <dgm:cxn modelId="{D6FC94BE-0134-DF4B-8BF2-50996218EFDE}" srcId="{C11094E1-D2BA-744F-92C0-E9E15D40069F}" destId="{F1409DC7-8C00-4249-8FF5-F02F2440AC61}" srcOrd="0" destOrd="0" parTransId="{C9934BFE-AFBA-E942-A866-37A054D72396}" sibTransId="{75062199-C20E-4B44-B43B-1E63949C207C}"/>
    <dgm:cxn modelId="{52868DC1-0CB0-954E-887B-A2F6F54AE726}" type="presOf" srcId="{CDB85513-1075-1246-A01C-F0B325CB77CE}" destId="{01A8851F-7AB1-C44D-A69A-D4E59505F4BA}" srcOrd="0" destOrd="0" presId="urn:microsoft.com/office/officeart/2005/8/layout/hierarchy6"/>
    <dgm:cxn modelId="{6A8D01C8-42CC-F34A-AD1A-24D74274FB6F}" type="presOf" srcId="{2155C153-4EF7-0A42-99A8-6B0DD2EF4380}" destId="{790FEF0C-27AB-9A43-B603-128FBFA09DC8}" srcOrd="0" destOrd="0" presId="urn:microsoft.com/office/officeart/2005/8/layout/hierarchy6"/>
    <dgm:cxn modelId="{DDB13ECD-9182-234D-88F1-4C7F3EFF2B87}" srcId="{C679204C-6439-564D-A3E9-C755B18CAAAC}" destId="{2155C153-4EF7-0A42-99A8-6B0DD2EF4380}" srcOrd="0" destOrd="0" parTransId="{D4D6E89D-A37D-B649-8D9E-56DADE73A438}" sibTransId="{04C73A0F-F850-354F-A2BD-6CCB75002FF4}"/>
    <dgm:cxn modelId="{FBCE12CE-EB4B-D242-9454-FE5F1911BF4B}" srcId="{3EE3DA63-381A-7648-9733-7B59F202A5F7}" destId="{D898A35A-CA2F-2545-9363-68A3469EEB79}" srcOrd="0" destOrd="0" parTransId="{CCD9B762-665F-D047-A582-E9D745B6E041}" sibTransId="{9D1D6F2D-6FF5-7849-953F-84193CCC13B7}"/>
    <dgm:cxn modelId="{EB4742D3-875F-2C46-A75D-3427D789DA71}" srcId="{2DCB1AAB-8C82-3747-A41A-BCABE1BF6B0F}" destId="{69D7DB30-9F03-8447-A623-83C649506148}" srcOrd="1" destOrd="0" parTransId="{932AABB1-0CA7-5A45-9023-BD67E67EA3C0}" sibTransId="{CB08AB8F-69B3-8C46-AA72-127ADE708C8B}"/>
    <dgm:cxn modelId="{4B0D47DF-D649-C249-A42C-4670F774775E}" type="presOf" srcId="{F1409DC7-8C00-4249-8FF5-F02F2440AC61}" destId="{40B93D97-A4AA-B442-8261-77A8E9305376}" srcOrd="0" destOrd="0" presId="urn:microsoft.com/office/officeart/2005/8/layout/hierarchy6"/>
    <dgm:cxn modelId="{FEA65EE4-50F7-FF44-A22D-6C6736798E8F}" srcId="{2880F508-CF97-4C46-ADED-537636CEE780}" destId="{C679204C-6439-564D-A3E9-C755B18CAAAC}" srcOrd="0" destOrd="0" parTransId="{BA9191AE-3C9E-DE41-A553-02BDAE97B2AA}" sibTransId="{7EA24FE1-6BEA-7F4D-BAA4-D96C66179789}"/>
    <dgm:cxn modelId="{D95CE1E8-DE88-534B-AB16-67947C35DE98}" type="presOf" srcId="{2DCB1AAB-8C82-3747-A41A-BCABE1BF6B0F}" destId="{EA58B8A4-6442-A741-A29B-A261CF8294A6}" srcOrd="0" destOrd="0" presId="urn:microsoft.com/office/officeart/2005/8/layout/hierarchy6"/>
    <dgm:cxn modelId="{121A0BEA-F2CC-5E46-9953-5650085D1B66}" srcId="{C11094E1-D2BA-744F-92C0-E9E15D40069F}" destId="{719C4FA5-759F-634E-B149-D4A0223A8F76}" srcOrd="1" destOrd="0" parTransId="{462A938F-2A85-F84E-8BAD-16A88E0A8D4F}" sibTransId="{27A8564D-CC65-6C4F-8BF0-2BB55955BDB6}"/>
    <dgm:cxn modelId="{61308BEA-251C-FE41-A528-B65243EC8D27}" srcId="{C28EFFD2-6C03-034D-8B26-361FD567E1EB}" destId="{6890E4C1-A88B-B04F-8BB1-089846DAD923}" srcOrd="1" destOrd="0" parTransId="{C5AD9E85-FBC9-1F47-9DB0-EA0CEB6A1E24}" sibTransId="{AB19E0AE-1486-CF4A-9F9D-A6BEDD9C0ECA}"/>
    <dgm:cxn modelId="{8FDCB5EA-E837-1D40-BCA6-1F66990A6182}" type="presOf" srcId="{2D474894-4956-1D46-BC4E-D45B4EFFC37A}" destId="{6F1C50DD-288A-AB45-81FC-4A0037131875}" srcOrd="0" destOrd="0" presId="urn:microsoft.com/office/officeart/2005/8/layout/hierarchy6"/>
    <dgm:cxn modelId="{4DC8F3EB-87DA-C94D-8B6C-9EFE577E4D71}" srcId="{05ECE81F-627C-D04B-AB0A-D92EFB88F51E}" destId="{D7FCAC2A-DC6B-C34C-B8E0-5670A50F57A9}" srcOrd="0" destOrd="0" parTransId="{455570FD-5B63-4048-85CA-09F096C167ED}" sibTransId="{3A626BE6-3130-B44C-A54B-9060F4B6C166}"/>
    <dgm:cxn modelId="{2AAB35EC-E1E3-4045-B433-0AB959286B31}" type="presOf" srcId="{932AABB1-0CA7-5A45-9023-BD67E67EA3C0}" destId="{F4B9F306-F5A8-C548-A465-5C45A09ABADA}" srcOrd="0" destOrd="0" presId="urn:microsoft.com/office/officeart/2005/8/layout/hierarchy6"/>
    <dgm:cxn modelId="{FA96DAF1-7A59-F841-9F14-01D9A08398BA}" type="presOf" srcId="{3EE3DA63-381A-7648-9733-7B59F202A5F7}" destId="{8B36F25B-C5F7-9546-B7F9-5B517B9B3482}" srcOrd="0" destOrd="0" presId="urn:microsoft.com/office/officeart/2005/8/layout/hierarchy6"/>
    <dgm:cxn modelId="{F3DE0EFF-8DE9-6E43-B221-D8F1DBE6A6FD}" srcId="{69D7DB30-9F03-8447-A623-83C649506148}" destId="{05ECE81F-627C-D04B-AB0A-D92EFB88F51E}" srcOrd="0" destOrd="0" parTransId="{BF35C86B-AF7A-9942-B638-9CB429214B06}" sibTransId="{E9314E05-8C7F-7A47-9187-C3158B140BFD}"/>
    <dgm:cxn modelId="{CC74B823-5BB1-3F45-8EDA-65DC82C26319}" type="presParOf" srcId="{797D0808-AE7A-8940-9C79-3B13C915EDC5}" destId="{DBAA29F7-3503-CB42-B98F-2E7770FEE38C}" srcOrd="0" destOrd="0" presId="urn:microsoft.com/office/officeart/2005/8/layout/hierarchy6"/>
    <dgm:cxn modelId="{F66D3523-EB78-2545-B194-DACDA3D16B8D}" type="presParOf" srcId="{DBAA29F7-3503-CB42-B98F-2E7770FEE38C}" destId="{3F56FA31-513F-8E47-8B7F-7F062D64A1A0}" srcOrd="0" destOrd="0" presId="urn:microsoft.com/office/officeart/2005/8/layout/hierarchy6"/>
    <dgm:cxn modelId="{6E548DBF-2562-A34B-BD07-8B9476B162E6}" type="presParOf" srcId="{DBAA29F7-3503-CB42-B98F-2E7770FEE38C}" destId="{4CD564C5-DD5B-E640-86ED-9AEB55083840}" srcOrd="1" destOrd="0" presId="urn:microsoft.com/office/officeart/2005/8/layout/hierarchy6"/>
    <dgm:cxn modelId="{290472B2-D181-8743-ABD3-A99671A5D4A8}" type="presParOf" srcId="{4CD564C5-DD5B-E640-86ED-9AEB55083840}" destId="{BFC10D34-4BFA-FF47-97D6-DDF6C3DEDBDE}" srcOrd="0" destOrd="0" presId="urn:microsoft.com/office/officeart/2005/8/layout/hierarchy6"/>
    <dgm:cxn modelId="{790D560C-112B-7149-8678-76B9523C0E72}" type="presParOf" srcId="{BFC10D34-4BFA-FF47-97D6-DDF6C3DEDBDE}" destId="{74A0D09A-AE7B-A947-87D8-BCFA7A093962}" srcOrd="0" destOrd="0" presId="urn:microsoft.com/office/officeart/2005/8/layout/hierarchy6"/>
    <dgm:cxn modelId="{3FF0C71E-C4C7-994D-9873-A5F09380206C}" type="presParOf" srcId="{BFC10D34-4BFA-FF47-97D6-DDF6C3DEDBDE}" destId="{92987FC7-C31D-3646-9449-48F0ED24A5F9}" srcOrd="1" destOrd="0" presId="urn:microsoft.com/office/officeart/2005/8/layout/hierarchy6"/>
    <dgm:cxn modelId="{8EB77544-4147-D740-80B8-57C986B755D0}" type="presParOf" srcId="{92987FC7-C31D-3646-9449-48F0ED24A5F9}" destId="{848E5F57-3549-4E48-9BF7-D7192A242FC0}" srcOrd="0" destOrd="0" presId="urn:microsoft.com/office/officeart/2005/8/layout/hierarchy6"/>
    <dgm:cxn modelId="{F5408B5E-2581-4F47-A8E0-68254A559541}" type="presParOf" srcId="{92987FC7-C31D-3646-9449-48F0ED24A5F9}" destId="{35F1C553-8265-5444-8EF9-FC178F8114E0}" srcOrd="1" destOrd="0" presId="urn:microsoft.com/office/officeart/2005/8/layout/hierarchy6"/>
    <dgm:cxn modelId="{0B8CEE41-731F-0C48-ADB5-99DF4B93A5B9}" type="presParOf" srcId="{35F1C553-8265-5444-8EF9-FC178F8114E0}" destId="{9C15C876-BE5D-8F48-8364-7540B7EA3277}" srcOrd="0" destOrd="0" presId="urn:microsoft.com/office/officeart/2005/8/layout/hierarchy6"/>
    <dgm:cxn modelId="{1196908B-2C60-0E48-A90B-4629A2EEB930}" type="presParOf" srcId="{35F1C553-8265-5444-8EF9-FC178F8114E0}" destId="{EB150278-55C7-A04C-B8A2-F8D17651274C}" srcOrd="1" destOrd="0" presId="urn:microsoft.com/office/officeart/2005/8/layout/hierarchy6"/>
    <dgm:cxn modelId="{1C1B1A3F-2559-7442-B3A9-DD33CF127745}" type="presParOf" srcId="{EB150278-55C7-A04C-B8A2-F8D17651274C}" destId="{8681C9DB-0C42-0842-8343-896A310F3AA8}" srcOrd="0" destOrd="0" presId="urn:microsoft.com/office/officeart/2005/8/layout/hierarchy6"/>
    <dgm:cxn modelId="{A4218822-B1AA-8A49-B66B-D413EEA48398}" type="presParOf" srcId="{EB150278-55C7-A04C-B8A2-F8D17651274C}" destId="{8104B775-5EF5-3F47-A230-AF9925DA4E83}" srcOrd="1" destOrd="0" presId="urn:microsoft.com/office/officeart/2005/8/layout/hierarchy6"/>
    <dgm:cxn modelId="{C4D63126-8C6D-5F43-B455-09E7FC3B274B}" type="presParOf" srcId="{8104B775-5EF5-3F47-A230-AF9925DA4E83}" destId="{790FEF0C-27AB-9A43-B603-128FBFA09DC8}" srcOrd="0" destOrd="0" presId="urn:microsoft.com/office/officeart/2005/8/layout/hierarchy6"/>
    <dgm:cxn modelId="{91490DD8-CEF5-844B-9F47-B1D238DB2B23}" type="presParOf" srcId="{8104B775-5EF5-3F47-A230-AF9925DA4E83}" destId="{E3814B6B-0D50-2141-8086-9BC59B60214D}" srcOrd="1" destOrd="0" presId="urn:microsoft.com/office/officeart/2005/8/layout/hierarchy6"/>
    <dgm:cxn modelId="{CB7E4D4B-9C7A-5B41-A80E-75BC92D1B15E}" type="presParOf" srcId="{E3814B6B-0D50-2141-8086-9BC59B60214D}" destId="{E7E688CA-B0BA-6347-AE5A-2C45B1F8037B}" srcOrd="0" destOrd="0" presId="urn:microsoft.com/office/officeart/2005/8/layout/hierarchy6"/>
    <dgm:cxn modelId="{106F7C85-E3E7-F947-A683-9EE634506AF6}" type="presParOf" srcId="{E3814B6B-0D50-2141-8086-9BC59B60214D}" destId="{89AE59B6-9580-9D47-9099-4D2ABAE9AEEC}" srcOrd="1" destOrd="0" presId="urn:microsoft.com/office/officeart/2005/8/layout/hierarchy6"/>
    <dgm:cxn modelId="{7AE78A04-3CED-E64A-96C3-12D325587D13}" type="presParOf" srcId="{89AE59B6-9580-9D47-9099-4D2ABAE9AEEC}" destId="{6CB931D1-960A-8845-A9B6-417DE61F8999}" srcOrd="0" destOrd="0" presId="urn:microsoft.com/office/officeart/2005/8/layout/hierarchy6"/>
    <dgm:cxn modelId="{4CD9E4C5-743A-A04A-B270-3E9E85582D07}" type="presParOf" srcId="{89AE59B6-9580-9D47-9099-4D2ABAE9AEEC}" destId="{749A7501-7C7B-F94C-BFF4-D997370CE7EF}" srcOrd="1" destOrd="0" presId="urn:microsoft.com/office/officeart/2005/8/layout/hierarchy6"/>
    <dgm:cxn modelId="{C36D414F-78CC-E549-A91E-DBA5439BE684}" type="presParOf" srcId="{749A7501-7C7B-F94C-BFF4-D997370CE7EF}" destId="{AC7175C3-40C6-7C49-9286-7BC714C0BE33}" srcOrd="0" destOrd="0" presId="urn:microsoft.com/office/officeart/2005/8/layout/hierarchy6"/>
    <dgm:cxn modelId="{673666E2-A2F0-534F-AFB8-04A599E1CA89}" type="presParOf" srcId="{749A7501-7C7B-F94C-BFF4-D997370CE7EF}" destId="{77C6437D-DEBA-4841-A52A-7B6B2993B85B}" srcOrd="1" destOrd="0" presId="urn:microsoft.com/office/officeart/2005/8/layout/hierarchy6"/>
    <dgm:cxn modelId="{CC876F05-5354-BE4A-B123-E3FD0A198721}" type="presParOf" srcId="{77C6437D-DEBA-4841-A52A-7B6B2993B85B}" destId="{AA1CC3EF-3CEA-6C4A-A41E-E7FA0299CA26}" srcOrd="0" destOrd="0" presId="urn:microsoft.com/office/officeart/2005/8/layout/hierarchy6"/>
    <dgm:cxn modelId="{E086AF98-88CF-BB4E-B3CD-6FAAD96F7F25}" type="presParOf" srcId="{77C6437D-DEBA-4841-A52A-7B6B2993B85B}" destId="{47BCDFC6-64B4-D04A-9865-A870547A4C93}" srcOrd="1" destOrd="0" presId="urn:microsoft.com/office/officeart/2005/8/layout/hierarchy6"/>
    <dgm:cxn modelId="{BDF9B0C6-4264-6140-B72A-9370798EF2F2}" type="presParOf" srcId="{EB150278-55C7-A04C-B8A2-F8D17651274C}" destId="{65B2F8F6-0DD9-5A45-903F-B69BF4B60F2A}" srcOrd="2" destOrd="0" presId="urn:microsoft.com/office/officeart/2005/8/layout/hierarchy6"/>
    <dgm:cxn modelId="{2A38CB35-BD23-FD44-B4A0-EACBBF7FE6B8}" type="presParOf" srcId="{EB150278-55C7-A04C-B8A2-F8D17651274C}" destId="{D7240BAB-BA36-3E4F-BF88-9B5EA190D2E3}" srcOrd="3" destOrd="0" presId="urn:microsoft.com/office/officeart/2005/8/layout/hierarchy6"/>
    <dgm:cxn modelId="{13E30490-F023-824B-A013-4020F250135E}" type="presParOf" srcId="{D7240BAB-BA36-3E4F-BF88-9B5EA190D2E3}" destId="{8B36F25B-C5F7-9546-B7F9-5B517B9B3482}" srcOrd="0" destOrd="0" presId="urn:microsoft.com/office/officeart/2005/8/layout/hierarchy6"/>
    <dgm:cxn modelId="{275DDD07-5849-4042-828B-449D2261C383}" type="presParOf" srcId="{D7240BAB-BA36-3E4F-BF88-9B5EA190D2E3}" destId="{F4986A96-0020-114E-A787-50F3499B959A}" srcOrd="1" destOrd="0" presId="urn:microsoft.com/office/officeart/2005/8/layout/hierarchy6"/>
    <dgm:cxn modelId="{6088BCE3-7C48-C141-BA23-21993912A398}" type="presParOf" srcId="{F4986A96-0020-114E-A787-50F3499B959A}" destId="{66AF5F28-DD5D-8C46-A7B6-566FC9010140}" srcOrd="0" destOrd="0" presId="urn:microsoft.com/office/officeart/2005/8/layout/hierarchy6"/>
    <dgm:cxn modelId="{317B267E-4B4E-8643-A82F-9BE0FC2F22FC}" type="presParOf" srcId="{F4986A96-0020-114E-A787-50F3499B959A}" destId="{BCDBBCD1-D2BA-8F45-8F99-4C15B336FE61}" srcOrd="1" destOrd="0" presId="urn:microsoft.com/office/officeart/2005/8/layout/hierarchy6"/>
    <dgm:cxn modelId="{071A5471-A1E9-2E42-8A48-5FA18D37DC51}" type="presParOf" srcId="{BCDBBCD1-D2BA-8F45-8F99-4C15B336FE61}" destId="{7F6E74F9-8714-8C47-997B-DAE60AC8AA6B}" srcOrd="0" destOrd="0" presId="urn:microsoft.com/office/officeart/2005/8/layout/hierarchy6"/>
    <dgm:cxn modelId="{721CEAF9-36E6-3743-A391-D2FB706E29BF}" type="presParOf" srcId="{BCDBBCD1-D2BA-8F45-8F99-4C15B336FE61}" destId="{D5FAC5AF-8257-B440-BD30-D1EC5516D41B}" srcOrd="1" destOrd="0" presId="urn:microsoft.com/office/officeart/2005/8/layout/hierarchy6"/>
    <dgm:cxn modelId="{F58445C8-B820-FB4D-9F8F-08504ACFB049}" type="presParOf" srcId="{D5FAC5AF-8257-B440-BD30-D1EC5516D41B}" destId="{F09FBD9E-A720-CD4F-A239-C31A163420D3}" srcOrd="0" destOrd="0" presId="urn:microsoft.com/office/officeart/2005/8/layout/hierarchy6"/>
    <dgm:cxn modelId="{31F90415-346A-9945-A969-8FB1EDBBC60F}" type="presParOf" srcId="{D5FAC5AF-8257-B440-BD30-D1EC5516D41B}" destId="{18295D46-D6FC-434F-8304-1BE76B770686}" srcOrd="1" destOrd="0" presId="urn:microsoft.com/office/officeart/2005/8/layout/hierarchy6"/>
    <dgm:cxn modelId="{67A62654-7C66-1C4C-8C13-1E887E0DFA94}" type="presParOf" srcId="{18295D46-D6FC-434F-8304-1BE76B770686}" destId="{6F1C50DD-288A-AB45-81FC-4A0037131875}" srcOrd="0" destOrd="0" presId="urn:microsoft.com/office/officeart/2005/8/layout/hierarchy6"/>
    <dgm:cxn modelId="{41C2690D-195D-5344-8E35-7F24162DD0D2}" type="presParOf" srcId="{18295D46-D6FC-434F-8304-1BE76B770686}" destId="{A0048FD2-9F5E-3C4A-B1AB-0CE1AD018767}" srcOrd="1" destOrd="0" presId="urn:microsoft.com/office/officeart/2005/8/layout/hierarchy6"/>
    <dgm:cxn modelId="{D8D3A3CB-215E-134C-8E01-45B3749F473F}" type="presParOf" srcId="{F4986A96-0020-114E-A787-50F3499B959A}" destId="{3809BE24-A202-944D-A8A6-50BA960F036B}" srcOrd="2" destOrd="0" presId="urn:microsoft.com/office/officeart/2005/8/layout/hierarchy6"/>
    <dgm:cxn modelId="{A136DB5C-C6BC-334D-B6C9-57B0F9D0DFBA}" type="presParOf" srcId="{F4986A96-0020-114E-A787-50F3499B959A}" destId="{2F230704-37F8-704B-A0D6-658A6F844061}" srcOrd="3" destOrd="0" presId="urn:microsoft.com/office/officeart/2005/8/layout/hierarchy6"/>
    <dgm:cxn modelId="{1245504E-879A-1D4C-BD49-CED74F1BCEB7}" type="presParOf" srcId="{2F230704-37F8-704B-A0D6-658A6F844061}" destId="{C9BC08CC-4B0B-1247-9F93-B0CED89FD641}" srcOrd="0" destOrd="0" presId="urn:microsoft.com/office/officeart/2005/8/layout/hierarchy6"/>
    <dgm:cxn modelId="{0566E9C0-CAF3-1643-B273-82C553D2F3FD}" type="presParOf" srcId="{2F230704-37F8-704B-A0D6-658A6F844061}" destId="{1FAF5AF3-06D8-9041-87E6-A49565478EFC}" srcOrd="1" destOrd="0" presId="urn:microsoft.com/office/officeart/2005/8/layout/hierarchy6"/>
    <dgm:cxn modelId="{0DC1BF04-BCF8-A14E-ABDB-73031156675E}" type="presParOf" srcId="{1FAF5AF3-06D8-9041-87E6-A49565478EFC}" destId="{F74FBE11-A6B4-B149-8E7F-D09DDEEC7694}" srcOrd="0" destOrd="0" presId="urn:microsoft.com/office/officeart/2005/8/layout/hierarchy6"/>
    <dgm:cxn modelId="{2D3212DA-5F78-AB49-966A-A9D19C8DF88C}" type="presParOf" srcId="{1FAF5AF3-06D8-9041-87E6-A49565478EFC}" destId="{ED62A953-F881-8F45-8F1C-5BE658AF9000}" srcOrd="1" destOrd="0" presId="urn:microsoft.com/office/officeart/2005/8/layout/hierarchy6"/>
    <dgm:cxn modelId="{F36432EE-00FF-454B-AE65-23E0ADD2C7DA}" type="presParOf" srcId="{ED62A953-F881-8F45-8F1C-5BE658AF9000}" destId="{5A941406-84C7-3E4B-9791-216F62F8BFEB}" srcOrd="0" destOrd="0" presId="urn:microsoft.com/office/officeart/2005/8/layout/hierarchy6"/>
    <dgm:cxn modelId="{DF65EF7E-F334-FB40-9D34-D2670631BE56}" type="presParOf" srcId="{ED62A953-F881-8F45-8F1C-5BE658AF9000}" destId="{A9A6EF56-60A7-6A43-840A-D5E6CF1DC9BF}" srcOrd="1" destOrd="0" presId="urn:microsoft.com/office/officeart/2005/8/layout/hierarchy6"/>
    <dgm:cxn modelId="{2826F976-E8FD-BB47-A98F-A62DF76E3EAC}" type="presParOf" srcId="{92987FC7-C31D-3646-9449-48F0ED24A5F9}" destId="{CBD7DE1D-8D05-934B-929D-D26542C04AF3}" srcOrd="2" destOrd="0" presId="urn:microsoft.com/office/officeart/2005/8/layout/hierarchy6"/>
    <dgm:cxn modelId="{D45EFDAC-ACEF-824F-B964-282BD09A1E90}" type="presParOf" srcId="{92987FC7-C31D-3646-9449-48F0ED24A5F9}" destId="{87B7AE99-5B02-3345-BFE6-D22674D35BBE}" srcOrd="3" destOrd="0" presId="urn:microsoft.com/office/officeart/2005/8/layout/hierarchy6"/>
    <dgm:cxn modelId="{87B485D2-3A56-3744-BF1C-FC44ED3A7A65}" type="presParOf" srcId="{87B7AE99-5B02-3345-BFE6-D22674D35BBE}" destId="{EA58B8A4-6442-A741-A29B-A261CF8294A6}" srcOrd="0" destOrd="0" presId="urn:microsoft.com/office/officeart/2005/8/layout/hierarchy6"/>
    <dgm:cxn modelId="{11F4C325-8B7F-9E44-BCF0-E844E0986C5E}" type="presParOf" srcId="{87B7AE99-5B02-3345-BFE6-D22674D35BBE}" destId="{A396E360-EB69-E548-A962-61C42A7B1BDB}" srcOrd="1" destOrd="0" presId="urn:microsoft.com/office/officeart/2005/8/layout/hierarchy6"/>
    <dgm:cxn modelId="{98FC014A-98DD-A64B-A37D-258026345CA3}" type="presParOf" srcId="{A396E360-EB69-E548-A962-61C42A7B1BDB}" destId="{CBE016BA-6CFD-F346-A970-F85A0DE8228E}" srcOrd="0" destOrd="0" presId="urn:microsoft.com/office/officeart/2005/8/layout/hierarchy6"/>
    <dgm:cxn modelId="{A501667D-FFFB-A348-827F-90EE2014B608}" type="presParOf" srcId="{A396E360-EB69-E548-A962-61C42A7B1BDB}" destId="{E7B908DB-0C28-FD4D-B63C-AB25AAD6F026}" srcOrd="1" destOrd="0" presId="urn:microsoft.com/office/officeart/2005/8/layout/hierarchy6"/>
    <dgm:cxn modelId="{D59BDAFC-5778-0B48-A275-CED6A61A6ECE}" type="presParOf" srcId="{E7B908DB-0C28-FD4D-B63C-AB25AAD6F026}" destId="{1612BE6D-A214-8447-AD88-561563634CCE}" srcOrd="0" destOrd="0" presId="urn:microsoft.com/office/officeart/2005/8/layout/hierarchy6"/>
    <dgm:cxn modelId="{E6C4ED1D-FFA6-7A4A-AA03-FBB6967665BA}" type="presParOf" srcId="{E7B908DB-0C28-FD4D-B63C-AB25AAD6F026}" destId="{2C54667A-AA51-4841-8A79-F28D8775CB3E}" srcOrd="1" destOrd="0" presId="urn:microsoft.com/office/officeart/2005/8/layout/hierarchy6"/>
    <dgm:cxn modelId="{C3D6EFCA-A8CF-FD45-A602-1D64B564AFD0}" type="presParOf" srcId="{2C54667A-AA51-4841-8A79-F28D8775CB3E}" destId="{A089F4F0-B0E0-894A-8802-599CEDE8BD77}" srcOrd="0" destOrd="0" presId="urn:microsoft.com/office/officeart/2005/8/layout/hierarchy6"/>
    <dgm:cxn modelId="{3CA3A5D6-A45C-F743-BE48-04026D6EDB8E}" type="presParOf" srcId="{2C54667A-AA51-4841-8A79-F28D8775CB3E}" destId="{279EB6DB-0537-5F40-ACF0-478EE6A58DED}" srcOrd="1" destOrd="0" presId="urn:microsoft.com/office/officeart/2005/8/layout/hierarchy6"/>
    <dgm:cxn modelId="{0505D87A-131F-A342-A8CF-BC5FDD16CAA2}" type="presParOf" srcId="{279EB6DB-0537-5F40-ACF0-478EE6A58DED}" destId="{40B93D97-A4AA-B442-8261-77A8E9305376}" srcOrd="0" destOrd="0" presId="urn:microsoft.com/office/officeart/2005/8/layout/hierarchy6"/>
    <dgm:cxn modelId="{483193F8-9809-0143-A880-8B11C3EF7254}" type="presParOf" srcId="{279EB6DB-0537-5F40-ACF0-478EE6A58DED}" destId="{4106FD75-0842-0C45-88E8-8CBA2ECA0D1C}" srcOrd="1" destOrd="0" presId="urn:microsoft.com/office/officeart/2005/8/layout/hierarchy6"/>
    <dgm:cxn modelId="{755E0D35-796E-FB4B-AB6F-826DEFBFD919}" type="presParOf" srcId="{4106FD75-0842-0C45-88E8-8CBA2ECA0D1C}" destId="{FBBB18F4-EF61-4644-9A52-2A5F81413501}" srcOrd="0" destOrd="0" presId="urn:microsoft.com/office/officeart/2005/8/layout/hierarchy6"/>
    <dgm:cxn modelId="{7A531CCB-F68A-E549-9D01-B3C415D5357F}" type="presParOf" srcId="{4106FD75-0842-0C45-88E8-8CBA2ECA0D1C}" destId="{63B217E1-5DF3-C548-89E5-5C971BBC67C4}" srcOrd="1" destOrd="0" presId="urn:microsoft.com/office/officeart/2005/8/layout/hierarchy6"/>
    <dgm:cxn modelId="{136B722E-7BE4-5346-99DF-480F1E14D82F}" type="presParOf" srcId="{63B217E1-5DF3-C548-89E5-5C971BBC67C4}" destId="{B401FB86-DF6A-A047-BCBC-5A55822B4EF6}" srcOrd="0" destOrd="0" presId="urn:microsoft.com/office/officeart/2005/8/layout/hierarchy6"/>
    <dgm:cxn modelId="{6E2CE1CA-A72A-744C-BE4F-2E0A4056A1ED}" type="presParOf" srcId="{63B217E1-5DF3-C548-89E5-5C971BBC67C4}" destId="{F7F92203-0472-B746-A00F-5F378B98365D}" srcOrd="1" destOrd="0" presId="urn:microsoft.com/office/officeart/2005/8/layout/hierarchy6"/>
    <dgm:cxn modelId="{598E3109-8B92-E445-AAFA-228FF33AA906}" type="presParOf" srcId="{2C54667A-AA51-4841-8A79-F28D8775CB3E}" destId="{FC3B64D0-D65B-B84A-BC8D-1A5A9A8CAF9B}" srcOrd="2" destOrd="0" presId="urn:microsoft.com/office/officeart/2005/8/layout/hierarchy6"/>
    <dgm:cxn modelId="{2F4C572B-610F-7B4D-9C91-F92BD8B26C4A}" type="presParOf" srcId="{2C54667A-AA51-4841-8A79-F28D8775CB3E}" destId="{EC49CCF4-3575-7A46-9096-7CAB439BC376}" srcOrd="3" destOrd="0" presId="urn:microsoft.com/office/officeart/2005/8/layout/hierarchy6"/>
    <dgm:cxn modelId="{209B5418-FBDA-474D-8C89-639FA150AD04}" type="presParOf" srcId="{EC49CCF4-3575-7A46-9096-7CAB439BC376}" destId="{B404AE65-3957-5A44-8F65-FFC19B07C367}" srcOrd="0" destOrd="0" presId="urn:microsoft.com/office/officeart/2005/8/layout/hierarchy6"/>
    <dgm:cxn modelId="{9C420E11-5BC2-2F46-8885-844AA59B2DA9}" type="presParOf" srcId="{EC49CCF4-3575-7A46-9096-7CAB439BC376}" destId="{5800FF22-F295-2743-B6CF-FAE8BA253A4E}" srcOrd="1" destOrd="0" presId="urn:microsoft.com/office/officeart/2005/8/layout/hierarchy6"/>
    <dgm:cxn modelId="{BEC0FBEF-7C6F-FD47-BEA7-8BD06BEEE712}" type="presParOf" srcId="{5800FF22-F295-2743-B6CF-FAE8BA253A4E}" destId="{249C977D-1D4E-0F4E-B739-9FFB733129CA}" srcOrd="0" destOrd="0" presId="urn:microsoft.com/office/officeart/2005/8/layout/hierarchy6"/>
    <dgm:cxn modelId="{2338C6B8-A4D5-6F4E-97F6-9F503CCF5E99}" type="presParOf" srcId="{5800FF22-F295-2743-B6CF-FAE8BA253A4E}" destId="{874D96A0-FD12-6343-A9BA-A38F0D564ED9}" srcOrd="1" destOrd="0" presId="urn:microsoft.com/office/officeart/2005/8/layout/hierarchy6"/>
    <dgm:cxn modelId="{C74A9ACD-1CD1-D945-A434-0FB01A03457F}" type="presParOf" srcId="{874D96A0-FD12-6343-A9BA-A38F0D564ED9}" destId="{CE29ECEC-4CBA-EF4E-8795-42AA16BFE980}" srcOrd="0" destOrd="0" presId="urn:microsoft.com/office/officeart/2005/8/layout/hierarchy6"/>
    <dgm:cxn modelId="{09E898F4-5DE3-9645-9F9F-129C2A6E1995}" type="presParOf" srcId="{874D96A0-FD12-6343-A9BA-A38F0D564ED9}" destId="{65A034E0-8E7D-1140-BCE2-AB9EC93BC814}" srcOrd="1" destOrd="0" presId="urn:microsoft.com/office/officeart/2005/8/layout/hierarchy6"/>
    <dgm:cxn modelId="{74A7D273-735A-584E-8068-A9A968F6B3A9}" type="presParOf" srcId="{A396E360-EB69-E548-A962-61C42A7B1BDB}" destId="{F4B9F306-F5A8-C548-A465-5C45A09ABADA}" srcOrd="2" destOrd="0" presId="urn:microsoft.com/office/officeart/2005/8/layout/hierarchy6"/>
    <dgm:cxn modelId="{6987DD32-9501-1747-87B3-88CB01F728BF}" type="presParOf" srcId="{A396E360-EB69-E548-A962-61C42A7B1BDB}" destId="{9FC06C6B-A98E-E74D-8BD1-E0F3F5871F5C}" srcOrd="3" destOrd="0" presId="urn:microsoft.com/office/officeart/2005/8/layout/hierarchy6"/>
    <dgm:cxn modelId="{3F167440-DF3F-1A40-8DFE-E6C5355000E4}" type="presParOf" srcId="{9FC06C6B-A98E-E74D-8BD1-E0F3F5871F5C}" destId="{3FB45151-BC35-934D-A443-50FF33624F17}" srcOrd="0" destOrd="0" presId="urn:microsoft.com/office/officeart/2005/8/layout/hierarchy6"/>
    <dgm:cxn modelId="{3F35E668-215A-9548-8D56-25BC0E8A1D85}" type="presParOf" srcId="{9FC06C6B-A98E-E74D-8BD1-E0F3F5871F5C}" destId="{D4E88E76-1A64-8C43-B84F-19D6BFF8843D}" srcOrd="1" destOrd="0" presId="urn:microsoft.com/office/officeart/2005/8/layout/hierarchy6"/>
    <dgm:cxn modelId="{0A6B0CF9-7573-A44C-90EE-9DDD8179963E}" type="presParOf" srcId="{D4E88E76-1A64-8C43-B84F-19D6BFF8843D}" destId="{81117A2E-163C-2E49-B2A9-4CD38F0A1D70}" srcOrd="0" destOrd="0" presId="urn:microsoft.com/office/officeart/2005/8/layout/hierarchy6"/>
    <dgm:cxn modelId="{7895BA0C-CFF3-BE4C-80A5-59E7D84254C6}" type="presParOf" srcId="{D4E88E76-1A64-8C43-B84F-19D6BFF8843D}" destId="{B23CE4F2-B9D8-2047-B593-FAE6F2EEE18D}" srcOrd="1" destOrd="0" presId="urn:microsoft.com/office/officeart/2005/8/layout/hierarchy6"/>
    <dgm:cxn modelId="{AF693D11-5139-E641-8BC7-2C7A3BB77D22}" type="presParOf" srcId="{B23CE4F2-B9D8-2047-B593-FAE6F2EEE18D}" destId="{46EB3B03-69DE-704B-9F2B-16113641C9C1}" srcOrd="0" destOrd="0" presId="urn:microsoft.com/office/officeart/2005/8/layout/hierarchy6"/>
    <dgm:cxn modelId="{3D22018B-310E-6240-81FD-ACAE878F2F07}" type="presParOf" srcId="{B23CE4F2-B9D8-2047-B593-FAE6F2EEE18D}" destId="{39D893FD-0D62-0B43-BAFE-A8941F86C8CE}" srcOrd="1" destOrd="0" presId="urn:microsoft.com/office/officeart/2005/8/layout/hierarchy6"/>
    <dgm:cxn modelId="{59799E85-DB01-234F-8D64-1DA6080F6AB2}" type="presParOf" srcId="{39D893FD-0D62-0B43-BAFE-A8941F86C8CE}" destId="{240BD3EC-2517-7F4D-BA97-32EDD0D994E8}" srcOrd="0" destOrd="0" presId="urn:microsoft.com/office/officeart/2005/8/layout/hierarchy6"/>
    <dgm:cxn modelId="{55137845-160D-1F47-BC39-D52CB20C9640}" type="presParOf" srcId="{39D893FD-0D62-0B43-BAFE-A8941F86C8CE}" destId="{C2E20A79-C109-7B4C-AC05-1005E0233B32}" srcOrd="1" destOrd="0" presId="urn:microsoft.com/office/officeart/2005/8/layout/hierarchy6"/>
    <dgm:cxn modelId="{04969110-6CF9-0D46-A87E-FAC0BBF69119}" type="presParOf" srcId="{C2E20A79-C109-7B4C-AC05-1005E0233B32}" destId="{2E5C41C7-B7AC-DD4D-9705-F775F78620D5}" srcOrd="0" destOrd="0" presId="urn:microsoft.com/office/officeart/2005/8/layout/hierarchy6"/>
    <dgm:cxn modelId="{7A057437-C14A-AD40-B2E7-D425F9957A6D}" type="presParOf" srcId="{C2E20A79-C109-7B4C-AC05-1005E0233B32}" destId="{A14900B6-4183-9C45-8A60-1B70068AE54A}" srcOrd="1" destOrd="0" presId="urn:microsoft.com/office/officeart/2005/8/layout/hierarchy6"/>
    <dgm:cxn modelId="{7FC899AB-DC0B-694B-AF25-98F553768DC7}" type="presParOf" srcId="{797D0808-AE7A-8940-9C79-3B13C915EDC5}" destId="{5E4C9636-7285-7B4F-879B-1350636DA215}" srcOrd="1" destOrd="0" presId="urn:microsoft.com/office/officeart/2005/8/layout/hierarchy6"/>
    <dgm:cxn modelId="{5EBFC915-FF6D-9042-888D-F25087035024}" type="presParOf" srcId="{5E4C9636-7285-7B4F-879B-1350636DA215}" destId="{B6E7CC73-A826-4D4D-8E94-A5BB03D6F7B5}" srcOrd="0" destOrd="0" presId="urn:microsoft.com/office/officeart/2005/8/layout/hierarchy6"/>
    <dgm:cxn modelId="{32636159-5AEF-5042-BF78-24972D76025B}" type="presParOf" srcId="{B6E7CC73-A826-4D4D-8E94-A5BB03D6F7B5}" destId="{8BD55588-4678-5542-A4B4-C5269E8A4E33}" srcOrd="0" destOrd="0" presId="urn:microsoft.com/office/officeart/2005/8/layout/hierarchy6"/>
    <dgm:cxn modelId="{1C36650D-1BD3-9E4F-89F2-62321814C934}" type="presParOf" srcId="{B6E7CC73-A826-4D4D-8E94-A5BB03D6F7B5}" destId="{D66CE501-91AA-DA4F-85F4-2DCFD851D4D9}" srcOrd="1" destOrd="0" presId="urn:microsoft.com/office/officeart/2005/8/layout/hierarchy6"/>
    <dgm:cxn modelId="{DA8FC63B-2516-E04E-A0B5-EF7DCFE4812E}" type="presParOf" srcId="{5E4C9636-7285-7B4F-879B-1350636DA215}" destId="{DB38CF35-A027-3F4E-9E43-160FD03D18F1}" srcOrd="1" destOrd="0" presId="urn:microsoft.com/office/officeart/2005/8/layout/hierarchy6"/>
    <dgm:cxn modelId="{14E41329-F452-3347-AFAC-97BCCE6521EF}" type="presParOf" srcId="{DB38CF35-A027-3F4E-9E43-160FD03D18F1}" destId="{9E6B5B52-32BD-BB45-A252-663B32754233}" srcOrd="0" destOrd="0" presId="urn:microsoft.com/office/officeart/2005/8/layout/hierarchy6"/>
    <dgm:cxn modelId="{41E36E3F-5A92-574B-B389-8079EB0E00CE}" type="presParOf" srcId="{5E4C9636-7285-7B4F-879B-1350636DA215}" destId="{A474F73D-96A3-4949-BDD4-F476D42F269A}" srcOrd="2" destOrd="0" presId="urn:microsoft.com/office/officeart/2005/8/layout/hierarchy6"/>
    <dgm:cxn modelId="{B3D7885D-AA86-3048-A6B8-11A6DD99096C}" type="presParOf" srcId="{A474F73D-96A3-4949-BDD4-F476D42F269A}" destId="{01A8851F-7AB1-C44D-A69A-D4E59505F4BA}" srcOrd="0" destOrd="0" presId="urn:microsoft.com/office/officeart/2005/8/layout/hierarchy6"/>
    <dgm:cxn modelId="{71089521-655E-D447-B0C3-FE558D9CC981}" type="presParOf" srcId="{A474F73D-96A3-4949-BDD4-F476D42F269A}" destId="{6D0E4BB7-CEF9-3147-A38B-6C8A3BB460B7}" srcOrd="1" destOrd="0" presId="urn:microsoft.com/office/officeart/2005/8/layout/hierarchy6"/>
    <dgm:cxn modelId="{2A5BA1EC-30A2-E149-880D-4B0951EF6AC4}" type="presParOf" srcId="{5E4C9636-7285-7B4F-879B-1350636DA215}" destId="{A9FD3276-7D10-3F47-BADF-A5A61849EBD1}" srcOrd="3" destOrd="0" presId="urn:microsoft.com/office/officeart/2005/8/layout/hierarchy6"/>
    <dgm:cxn modelId="{EFC9F765-9089-D64E-A54D-D30812F776AD}" type="presParOf" srcId="{A9FD3276-7D10-3F47-BADF-A5A61849EBD1}" destId="{C63B5FA0-C664-8C41-BE89-67F3926C7256}" srcOrd="0" destOrd="0" presId="urn:microsoft.com/office/officeart/2005/8/layout/hierarchy6"/>
    <dgm:cxn modelId="{7A095017-C9C4-9745-AF7A-A582AAC9CB9A}" type="presParOf" srcId="{5E4C9636-7285-7B4F-879B-1350636DA215}" destId="{75696124-E8BA-C04B-8E27-6C6CE277CF8B}" srcOrd="4" destOrd="0" presId="urn:microsoft.com/office/officeart/2005/8/layout/hierarchy6"/>
    <dgm:cxn modelId="{E1109B01-A7DC-3B4B-B948-F81D88696A1F}" type="presParOf" srcId="{75696124-E8BA-C04B-8E27-6C6CE277CF8B}" destId="{348091E3-23F9-7B46-91CE-C3FAF6AAB5B9}" srcOrd="0" destOrd="0" presId="urn:microsoft.com/office/officeart/2005/8/layout/hierarchy6"/>
    <dgm:cxn modelId="{DC0AB50E-10A8-2545-9648-42980D3DCC05}" type="presParOf" srcId="{75696124-E8BA-C04B-8E27-6C6CE277CF8B}" destId="{B780C0C3-F470-6D44-97D3-5BAF774FDC78}" srcOrd="1" destOrd="0" presId="urn:microsoft.com/office/officeart/2005/8/layout/hierarchy6"/>
    <dgm:cxn modelId="{AAC43AEB-2705-E048-9162-8ECEB7A07BCA}" type="presParOf" srcId="{5E4C9636-7285-7B4F-879B-1350636DA215}" destId="{AB30DF7E-CB07-4C43-80DF-FD983802E086}" srcOrd="5" destOrd="0" presId="urn:microsoft.com/office/officeart/2005/8/layout/hierarchy6"/>
    <dgm:cxn modelId="{A23AAB96-D929-9A4A-83DD-E21AFFE03C6C}" type="presParOf" srcId="{AB30DF7E-CB07-4C43-80DF-FD983802E086}" destId="{C5B8E8D4-E61A-3E46-ABFC-E8C3159AA246}" srcOrd="0" destOrd="0" presId="urn:microsoft.com/office/officeart/2005/8/layout/hierarchy6"/>
    <dgm:cxn modelId="{B12BEB61-CE33-2647-89D9-1DD28633BD49}" type="presParOf" srcId="{5E4C9636-7285-7B4F-879B-1350636DA215}" destId="{31B804E5-1B41-4A4A-8BDE-64F79D217259}" srcOrd="6" destOrd="0" presId="urn:microsoft.com/office/officeart/2005/8/layout/hierarchy6"/>
    <dgm:cxn modelId="{7F595F4A-DE2A-524F-824F-2761600650FC}" type="presParOf" srcId="{31B804E5-1B41-4A4A-8BDE-64F79D217259}" destId="{E990D230-1044-1549-900F-250EDEF2C090}" srcOrd="0" destOrd="0" presId="urn:microsoft.com/office/officeart/2005/8/layout/hierarchy6"/>
    <dgm:cxn modelId="{F62C301C-80F4-FC43-BE2E-A065D7A61EC3}" type="presParOf" srcId="{31B804E5-1B41-4A4A-8BDE-64F79D217259}" destId="{E128D92D-8AFF-FF42-BF32-F99D3999A167}" srcOrd="1" destOrd="0" presId="urn:microsoft.com/office/officeart/2005/8/layout/hierarchy6"/>
    <dgm:cxn modelId="{46921FC0-8C13-164D-9680-8CAA95273EA6}" type="presParOf" srcId="{5E4C9636-7285-7B4F-879B-1350636DA215}" destId="{6D28F4AF-97A8-4741-B7DF-164727C83D22}" srcOrd="7" destOrd="0" presId="urn:microsoft.com/office/officeart/2005/8/layout/hierarchy6"/>
    <dgm:cxn modelId="{2545B043-A003-C547-8F7D-28ADAF802081}" type="presParOf" srcId="{6D28F4AF-97A8-4741-B7DF-164727C83D22}" destId="{342DDF75-D075-4A44-B251-AC554986E2A7}" srcOrd="0" destOrd="0" presId="urn:microsoft.com/office/officeart/2005/8/layout/hierarchy6"/>
    <dgm:cxn modelId="{84B134EE-1513-E448-8D54-E646F894740D}" type="presParOf" srcId="{5E4C9636-7285-7B4F-879B-1350636DA215}" destId="{F4893191-9F08-6343-A7C2-74B9842CE8EE}" srcOrd="8" destOrd="0" presId="urn:microsoft.com/office/officeart/2005/8/layout/hierarchy6"/>
    <dgm:cxn modelId="{965ABD16-43ED-EB42-BD24-BB6C31E79FED}" type="presParOf" srcId="{F4893191-9F08-6343-A7C2-74B9842CE8EE}" destId="{0A2BE206-30D2-CD4F-9BC6-4D1F0431D022}" srcOrd="0" destOrd="0" presId="urn:microsoft.com/office/officeart/2005/8/layout/hierarchy6"/>
    <dgm:cxn modelId="{62D2F8F7-7B27-8A48-9B4A-DC016A69F142}" type="presParOf" srcId="{F4893191-9F08-6343-A7C2-74B9842CE8EE}" destId="{D20468CE-3CE8-EC46-A7DF-898013D39EF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8EFFD2-6C03-034D-8B26-361FD567E1EB}" type="doc">
      <dgm:prSet loTypeId="urn:microsoft.com/office/officeart/2005/8/layout/hierarchy6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880F508-CF97-4C46-ADED-537636CEE780}">
      <dgm:prSet phldrT="[Text]"/>
      <dgm:spPr/>
      <dgm:t>
        <a:bodyPr/>
        <a:lstStyle/>
        <a:p>
          <a:r>
            <a:rPr lang="en-US" b="1" dirty="0"/>
            <a:t>Electron Probe Micro-Analysis (EPMA)</a:t>
          </a:r>
        </a:p>
      </dgm:t>
    </dgm:pt>
    <dgm:pt modelId="{FFE8C36D-E2F9-984D-93A2-7A0224D73E51}" type="parTrans" cxnId="{83CBB378-ED74-DA42-A202-6D938B08D153}">
      <dgm:prSet/>
      <dgm:spPr/>
      <dgm:t>
        <a:bodyPr/>
        <a:lstStyle/>
        <a:p>
          <a:endParaRPr lang="en-US"/>
        </a:p>
      </dgm:t>
    </dgm:pt>
    <dgm:pt modelId="{097BE42C-F4A3-6D42-A6D4-88DBD54804BC}" type="sibTrans" cxnId="{83CBB378-ED74-DA42-A202-6D938B08D153}">
      <dgm:prSet/>
      <dgm:spPr/>
      <dgm:t>
        <a:bodyPr/>
        <a:lstStyle/>
        <a:p>
          <a:endParaRPr lang="en-US"/>
        </a:p>
      </dgm:t>
    </dgm:pt>
    <dgm:pt modelId="{C679204C-6439-564D-A3E9-C755B18CAAAC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“Olivine major element composition analysis by EPMA” </a:t>
          </a:r>
        </a:p>
      </dgm:t>
    </dgm:pt>
    <dgm:pt modelId="{BA9191AE-3C9E-DE41-A553-02BDAE97B2AA}" type="parTrans" cxnId="{FEA65EE4-50F7-FF44-A22D-6C6736798E8F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7EA24FE1-6BEA-7F4D-BAA4-D96C66179789}" type="sibTrans" cxnId="{FEA65EE4-50F7-FF44-A22D-6C6736798E8F}">
      <dgm:prSet/>
      <dgm:spPr/>
      <dgm:t>
        <a:bodyPr/>
        <a:lstStyle/>
        <a:p>
          <a:endParaRPr lang="en-US"/>
        </a:p>
      </dgm:t>
    </dgm:pt>
    <dgm:pt modelId="{2155C153-4EF7-0A42-99A8-6B0DD2EF43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Protocol A (LDEO)</a:t>
          </a:r>
        </a:p>
      </dgm:t>
    </dgm:pt>
    <dgm:pt modelId="{D4D6E89D-A37D-B649-8D9E-56DADE73A438}" type="parTrans" cxnId="{DDB13ECD-9182-234D-88F1-4C7F3EFF2B87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04C73A0F-F850-354F-A2BD-6CCB75002FF4}" type="sibTrans" cxnId="{DDB13ECD-9182-234D-88F1-4C7F3EFF2B87}">
      <dgm:prSet/>
      <dgm:spPr/>
      <dgm:t>
        <a:bodyPr/>
        <a:lstStyle/>
        <a:p>
          <a:endParaRPr lang="en-US"/>
        </a:p>
      </dgm:t>
    </dgm:pt>
    <dgm:pt modelId="{3EE3DA63-381A-7648-9733-7B59F202A5F7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Protocol B (NASA JSC)</a:t>
          </a:r>
        </a:p>
      </dgm:t>
    </dgm:pt>
    <dgm:pt modelId="{A06DA9A6-4F40-9346-8A54-64734373E0F1}" type="parTrans" cxnId="{B4042F0D-F5CE-CF42-BE1E-9136CBBFF43B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C7E8DDAB-BEC4-7948-B60F-4A903D3871F9}" type="sibTrans" cxnId="{B4042F0D-F5CE-CF42-BE1E-9136CBBFF43B}">
      <dgm:prSet/>
      <dgm:spPr/>
      <dgm:t>
        <a:bodyPr/>
        <a:lstStyle/>
        <a:p>
          <a:endParaRPr lang="en-US"/>
        </a:p>
      </dgm:t>
    </dgm:pt>
    <dgm:pt modelId="{2DCB1AAB-8C82-3747-A41A-BCABE1BF6B0F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“Carbonate trace element composition analysis by EPMA”</a:t>
          </a:r>
        </a:p>
      </dgm:t>
    </dgm:pt>
    <dgm:pt modelId="{25461895-5CDC-5C49-93FE-C8B1CF41CD73}" type="parTrans" cxnId="{BE87B553-A4E2-254B-A52C-BB2D78E46C6A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F42FC282-DB72-FC4C-82FA-4885B5347C56}" type="sibTrans" cxnId="{BE87B553-A4E2-254B-A52C-BB2D78E46C6A}">
      <dgm:prSet/>
      <dgm:spPr/>
      <dgm:t>
        <a:bodyPr/>
        <a:lstStyle/>
        <a:p>
          <a:endParaRPr lang="en-US"/>
        </a:p>
      </dgm:t>
    </dgm:pt>
    <dgm:pt modelId="{C11094E1-D2BA-744F-92C0-E9E15D40069F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Protocol A (NASA JSC)</a:t>
          </a:r>
        </a:p>
      </dgm:t>
    </dgm:pt>
    <dgm:pt modelId="{F0C2A2A6-BFE6-5E42-9030-8196DF2E9A61}" type="parTrans" cxnId="{B569ED45-DD4A-A146-BFD0-3AA3889D2091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06303FB1-4768-CD44-A102-1F775C32A967}" type="sibTrans" cxnId="{B569ED45-DD4A-A146-BFD0-3AA3889D2091}">
      <dgm:prSet/>
      <dgm:spPr/>
      <dgm:t>
        <a:bodyPr/>
        <a:lstStyle/>
        <a:p>
          <a:endParaRPr lang="en-US"/>
        </a:p>
      </dgm:t>
    </dgm:pt>
    <dgm:pt modelId="{6890E4C1-A88B-B04F-8BB1-089846DAD923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408"/>
            </a:spcAft>
          </a:pPr>
          <a:r>
            <a:rPr lang="en-US" sz="2400" b="1" u="none" dirty="0"/>
            <a:t>Technique</a:t>
          </a:r>
        </a:p>
        <a:p>
          <a:pPr>
            <a:lnSpc>
              <a:spcPct val="100000"/>
            </a:lnSpc>
            <a:spcAft>
              <a:spcPts val="408"/>
            </a:spcAft>
          </a:pPr>
          <a:r>
            <a:rPr lang="en-US" sz="1400" i="1" dirty="0"/>
            <a:t>The chemical or physical principle</a:t>
          </a:r>
        </a:p>
      </dgm:t>
    </dgm:pt>
    <dgm:pt modelId="{C5AD9E85-FBC9-1F47-9DB0-EA0CEB6A1E24}" type="parTrans" cxnId="{61308BEA-251C-FE41-A528-B65243EC8D27}">
      <dgm:prSet/>
      <dgm:spPr/>
      <dgm:t>
        <a:bodyPr/>
        <a:lstStyle/>
        <a:p>
          <a:endParaRPr lang="en-US"/>
        </a:p>
      </dgm:t>
    </dgm:pt>
    <dgm:pt modelId="{AB19E0AE-1486-CF4A-9F9D-A6BEDD9C0ECA}" type="sibTrans" cxnId="{61308BEA-251C-FE41-A528-B65243EC8D27}">
      <dgm:prSet/>
      <dgm:spPr/>
      <dgm:t>
        <a:bodyPr/>
        <a:lstStyle/>
        <a:p>
          <a:endParaRPr lang="en-US"/>
        </a:p>
      </dgm:t>
    </dgm:pt>
    <dgm:pt modelId="{CDB85513-1075-1246-A01C-F0B325CB77CE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408"/>
            </a:spcAft>
          </a:pPr>
          <a:r>
            <a:rPr lang="en-US" sz="2400" b="1" u="none" dirty="0"/>
            <a:t>Method</a:t>
          </a:r>
        </a:p>
        <a:p>
          <a:pPr>
            <a:lnSpc>
              <a:spcPct val="100000"/>
            </a:lnSpc>
            <a:spcAft>
              <a:spcPts val="408"/>
            </a:spcAft>
          </a:pPr>
          <a:r>
            <a:rPr lang="en-US" sz="1400" i="1" dirty="0"/>
            <a:t>The application of a technique</a:t>
          </a:r>
          <a:endParaRPr lang="en-US" sz="1400" dirty="0"/>
        </a:p>
      </dgm:t>
    </dgm:pt>
    <dgm:pt modelId="{AA812B74-4184-0643-B4E9-168A4E8AE0AD}" type="parTrans" cxnId="{98E5709B-839D-B64B-ABBA-1324A7A4D35F}">
      <dgm:prSet/>
      <dgm:spPr/>
      <dgm:t>
        <a:bodyPr/>
        <a:lstStyle/>
        <a:p>
          <a:endParaRPr lang="en-US"/>
        </a:p>
      </dgm:t>
    </dgm:pt>
    <dgm:pt modelId="{B5EF3A6C-A533-1C42-BB15-A47F1EBA1260}" type="sibTrans" cxnId="{98E5709B-839D-B64B-ABBA-1324A7A4D35F}">
      <dgm:prSet/>
      <dgm:spPr/>
      <dgm:t>
        <a:bodyPr/>
        <a:lstStyle/>
        <a:p>
          <a:endParaRPr lang="en-US"/>
        </a:p>
      </dgm:t>
    </dgm:pt>
    <dgm:pt modelId="{84C91242-E602-6847-903F-A3AA9D048661}">
      <dgm:prSet phldrT="[Text]" custT="1"/>
      <dgm:spPr/>
      <dgm:t>
        <a:bodyPr/>
        <a:lstStyle/>
        <a:p>
          <a:pPr>
            <a:spcAft>
              <a:spcPts val="408"/>
            </a:spcAft>
          </a:pPr>
          <a:r>
            <a:rPr lang="en-US" sz="2400" b="1" dirty="0"/>
            <a:t>Protocol</a:t>
          </a:r>
        </a:p>
        <a:p>
          <a:pPr>
            <a:spcAft>
              <a:spcPts val="408"/>
            </a:spcAft>
          </a:pPr>
          <a:r>
            <a:rPr lang="en-US" sz="1400" i="1" dirty="0"/>
            <a:t>The recipe of a method</a:t>
          </a:r>
        </a:p>
      </dgm:t>
    </dgm:pt>
    <dgm:pt modelId="{9933E831-AB18-DA42-87F2-D768CF82EB28}" type="parTrans" cxnId="{C5F57894-BB46-9142-9B65-4ADA9FCAA14D}">
      <dgm:prSet/>
      <dgm:spPr/>
      <dgm:t>
        <a:bodyPr/>
        <a:lstStyle/>
        <a:p>
          <a:endParaRPr lang="en-US"/>
        </a:p>
      </dgm:t>
    </dgm:pt>
    <dgm:pt modelId="{677F4401-11CC-A046-84BD-19F6838D6A3C}" type="sibTrans" cxnId="{C5F57894-BB46-9142-9B65-4ADA9FCAA14D}">
      <dgm:prSet/>
      <dgm:spPr/>
      <dgm:t>
        <a:bodyPr/>
        <a:lstStyle/>
        <a:p>
          <a:endParaRPr lang="en-US"/>
        </a:p>
      </dgm:t>
    </dgm:pt>
    <dgm:pt modelId="{BA021FF9-298C-CD44-A577-7D0E2EE64466}">
      <dgm:prSet custT="1"/>
      <dgm:spPr/>
      <dgm:t>
        <a:bodyPr/>
        <a:lstStyle/>
        <a:p>
          <a:pPr>
            <a:spcAft>
              <a:spcPts val="408"/>
            </a:spcAft>
          </a:pPr>
          <a:r>
            <a:rPr lang="en-US" sz="2400" b="1" dirty="0"/>
            <a:t>Procedure</a:t>
          </a:r>
        </a:p>
        <a:p>
          <a:pPr>
            <a:spcAft>
              <a:spcPts val="408"/>
            </a:spcAft>
          </a:pPr>
          <a:r>
            <a:rPr lang="en-US" sz="1400" b="0" i="1" dirty="0"/>
            <a:t>The implementation of a protocol</a:t>
          </a:r>
        </a:p>
      </dgm:t>
    </dgm:pt>
    <dgm:pt modelId="{76AD4262-6D29-3947-88A5-A941E5F78E19}" type="parTrans" cxnId="{5D365E35-7F87-8F4F-90B9-13FE7DAAD28B}">
      <dgm:prSet/>
      <dgm:spPr/>
      <dgm:t>
        <a:bodyPr/>
        <a:lstStyle/>
        <a:p>
          <a:endParaRPr lang="en-US"/>
        </a:p>
      </dgm:t>
    </dgm:pt>
    <dgm:pt modelId="{156D5509-E436-C44E-8225-EF169371DF55}" type="sibTrans" cxnId="{5D365E35-7F87-8F4F-90B9-13FE7DAAD28B}">
      <dgm:prSet/>
      <dgm:spPr/>
      <dgm:t>
        <a:bodyPr/>
        <a:lstStyle/>
        <a:p>
          <a:endParaRPr lang="en-US"/>
        </a:p>
      </dgm:t>
    </dgm:pt>
    <dgm:pt modelId="{69D7DB30-9F03-8447-A623-83C649506148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Protocol B (Caltech)</a:t>
          </a:r>
        </a:p>
      </dgm:t>
    </dgm:pt>
    <dgm:pt modelId="{932AABB1-0CA7-5A45-9023-BD67E67EA3C0}" type="parTrans" cxnId="{EB4742D3-875F-2C46-A75D-3427D789DA71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CB08AB8F-69B3-8C46-AA72-127ADE708C8B}" type="sibTrans" cxnId="{EB4742D3-875F-2C46-A75D-3427D789DA71}">
      <dgm:prSet/>
      <dgm:spPr/>
      <dgm:t>
        <a:bodyPr/>
        <a:lstStyle/>
        <a:p>
          <a:endParaRPr lang="en-US"/>
        </a:p>
      </dgm:t>
    </dgm:pt>
    <dgm:pt modelId="{D898A35A-CA2F-2545-9363-68A3469EEB79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05/01/2026</a:t>
          </a:r>
        </a:p>
      </dgm:t>
    </dgm:pt>
    <dgm:pt modelId="{CCD9B762-665F-D047-A582-E9D745B6E041}" type="parTrans" cxnId="{FBCE12CE-EB4B-D242-9454-FE5F1911BF4B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9D1D6F2D-6FF5-7849-953F-84193CCC13B7}" type="sibTrans" cxnId="{FBCE12CE-EB4B-D242-9454-FE5F1911BF4B}">
      <dgm:prSet/>
      <dgm:spPr/>
      <dgm:t>
        <a:bodyPr/>
        <a:lstStyle/>
        <a:p>
          <a:endParaRPr lang="en-US"/>
        </a:p>
      </dgm:t>
    </dgm:pt>
    <dgm:pt modelId="{EA8706F8-257D-FC41-8441-C845975DF363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05/20/2026</a:t>
          </a:r>
        </a:p>
      </dgm:t>
    </dgm:pt>
    <dgm:pt modelId="{1AFB6A38-2332-B44F-9E7B-BDE5CB4F8C13}" type="parTrans" cxnId="{9D6DE520-EAF8-8748-B83E-F3BE0F4A9E00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CBFB9828-B68B-3D47-8967-FC319F0FD3B2}" type="sibTrans" cxnId="{9D6DE520-EAF8-8748-B83E-F3BE0F4A9E00}">
      <dgm:prSet/>
      <dgm:spPr/>
      <dgm:t>
        <a:bodyPr/>
        <a:lstStyle/>
        <a:p>
          <a:endParaRPr lang="en-US"/>
        </a:p>
      </dgm:t>
    </dgm:pt>
    <dgm:pt modelId="{EC33624F-9536-1E4B-AD98-42717A66DA28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03/01/2026</a:t>
          </a:r>
        </a:p>
      </dgm:t>
    </dgm:pt>
    <dgm:pt modelId="{F5C14A69-56D8-DC4A-A929-8A163C35A708}" type="parTrans" cxnId="{E2D44608-80F7-3C49-9402-410E88CB778E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571AF374-5715-D94D-BE31-D2F5F48E15F4}" type="sibTrans" cxnId="{E2D44608-80F7-3C49-9402-410E88CB778E}">
      <dgm:prSet/>
      <dgm:spPr/>
      <dgm:t>
        <a:bodyPr/>
        <a:lstStyle/>
        <a:p>
          <a:endParaRPr lang="en-US"/>
        </a:p>
      </dgm:t>
    </dgm:pt>
    <dgm:pt modelId="{F1409DC7-8C00-4249-8FF5-F02F2440AC61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04/15/2026</a:t>
          </a:r>
        </a:p>
      </dgm:t>
    </dgm:pt>
    <dgm:pt modelId="{C9934BFE-AFBA-E942-A866-37A054D72396}" type="parTrans" cxnId="{D6FC94BE-0134-DF4B-8BF2-50996218EFDE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75062199-C20E-4B44-B43B-1E63949C207C}" type="sibTrans" cxnId="{D6FC94BE-0134-DF4B-8BF2-50996218EFDE}">
      <dgm:prSet/>
      <dgm:spPr/>
      <dgm:t>
        <a:bodyPr/>
        <a:lstStyle/>
        <a:p>
          <a:endParaRPr lang="en-US"/>
        </a:p>
      </dgm:t>
    </dgm:pt>
    <dgm:pt modelId="{05ECE81F-627C-D04B-AB0A-D92EFB88F51E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03/25/2026</a:t>
          </a:r>
        </a:p>
      </dgm:t>
    </dgm:pt>
    <dgm:pt modelId="{BF35C86B-AF7A-9942-B638-9CB429214B06}" type="parTrans" cxnId="{F3DE0EFF-8DE9-6E43-B221-D8F1DBE6A6FD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E9314E05-8C7F-7A47-9187-C3158B140BFD}" type="sibTrans" cxnId="{F3DE0EFF-8DE9-6E43-B221-D8F1DBE6A6FD}">
      <dgm:prSet/>
      <dgm:spPr/>
      <dgm:t>
        <a:bodyPr/>
        <a:lstStyle/>
        <a:p>
          <a:endParaRPr lang="en-US"/>
        </a:p>
      </dgm:t>
    </dgm:pt>
    <dgm:pt modelId="{719C4FA5-759F-634E-B149-D4A0223A8F76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Analysis Session 04/15/2026</a:t>
          </a:r>
        </a:p>
      </dgm:t>
    </dgm:pt>
    <dgm:pt modelId="{462A938F-2A85-F84E-8BAD-16A88E0A8D4F}" type="parTrans" cxnId="{121A0BEA-F2CC-5E46-9953-5650085D1B66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27A8564D-CC65-6C4F-8BF0-2BB55955BDB6}" type="sibTrans" cxnId="{121A0BEA-F2CC-5E46-9953-5650085D1B66}">
      <dgm:prSet/>
      <dgm:spPr/>
      <dgm:t>
        <a:bodyPr/>
        <a:lstStyle/>
        <a:p>
          <a:endParaRPr lang="en-US"/>
        </a:p>
      </dgm:t>
    </dgm:pt>
    <dgm:pt modelId="{D373AFA7-1F8F-2F49-89C3-69D198039493}">
      <dgm:prSet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>
            <a:spcAft>
              <a:spcPts val="408"/>
            </a:spcAft>
          </a:pPr>
          <a:r>
            <a:rPr lang="en-US" sz="2400" b="1" dirty="0"/>
            <a:t>Data</a:t>
          </a:r>
        </a:p>
        <a:p>
          <a:pPr>
            <a:spcAft>
              <a:spcPts val="408"/>
            </a:spcAft>
          </a:pPr>
          <a:r>
            <a:rPr lang="en-US" sz="1400" b="0" i="1" dirty="0"/>
            <a:t>The product of a procedure</a:t>
          </a:r>
        </a:p>
      </dgm:t>
    </dgm:pt>
    <dgm:pt modelId="{9CE6539C-E019-F849-BE31-CF12C4C2EA7F}" type="parTrans" cxnId="{84B26DB7-9069-8D4C-814A-36D5E3549841}">
      <dgm:prSet/>
      <dgm:spPr/>
      <dgm:t>
        <a:bodyPr/>
        <a:lstStyle/>
        <a:p>
          <a:endParaRPr lang="en-US"/>
        </a:p>
      </dgm:t>
    </dgm:pt>
    <dgm:pt modelId="{2657C194-D9BB-3841-AB5F-63662B3FEC92}" type="sibTrans" cxnId="{84B26DB7-9069-8D4C-814A-36D5E3549841}">
      <dgm:prSet/>
      <dgm:spPr/>
      <dgm:t>
        <a:bodyPr/>
        <a:lstStyle/>
        <a:p>
          <a:endParaRPr lang="en-US"/>
        </a:p>
      </dgm:t>
    </dgm:pt>
    <dgm:pt modelId="{94A76FD3-B878-984C-B1A0-CD7D964B8816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A</a:t>
          </a:r>
        </a:p>
      </dgm:t>
    </dgm:pt>
    <dgm:pt modelId="{4704B685-F79B-7748-B6F9-218F57DBFC2A}" type="parTrans" cxnId="{40194C54-4443-5241-B87B-731AD9DE77F1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933C1007-7A48-0746-9252-BCBC8731290C}" type="sibTrans" cxnId="{40194C54-4443-5241-B87B-731AD9DE77F1}">
      <dgm:prSet/>
      <dgm:spPr/>
      <dgm:t>
        <a:bodyPr/>
        <a:lstStyle/>
        <a:p>
          <a:endParaRPr lang="en-US"/>
        </a:p>
      </dgm:t>
    </dgm:pt>
    <dgm:pt modelId="{2D474894-4956-1D46-BC4E-D45B4EFFC37A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B</a:t>
          </a:r>
        </a:p>
      </dgm:t>
    </dgm:pt>
    <dgm:pt modelId="{34D20B92-F5D3-C14D-B569-51AA910FAE0F}" type="parTrans" cxnId="{FC634289-384E-784D-9E76-619ACF416304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131AB95E-5B80-7146-9B92-130598384AC8}" type="sibTrans" cxnId="{FC634289-384E-784D-9E76-619ACF416304}">
      <dgm:prSet/>
      <dgm:spPr/>
      <dgm:t>
        <a:bodyPr/>
        <a:lstStyle/>
        <a:p>
          <a:endParaRPr lang="en-US"/>
        </a:p>
      </dgm:t>
    </dgm:pt>
    <dgm:pt modelId="{B9B1DFDE-F929-AA41-BFA7-525C47A12C83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C</a:t>
          </a:r>
        </a:p>
      </dgm:t>
    </dgm:pt>
    <dgm:pt modelId="{4836E969-5AAB-F146-8BAC-BD6A314E110B}" type="parTrans" cxnId="{9808D309-EB35-2841-A564-BFA53E8585A8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88DECD50-8EDA-9844-A468-343E7467E961}" type="sibTrans" cxnId="{9808D309-EB35-2841-A564-BFA53E8585A8}">
      <dgm:prSet/>
      <dgm:spPr/>
      <dgm:t>
        <a:bodyPr/>
        <a:lstStyle/>
        <a:p>
          <a:endParaRPr lang="en-US"/>
        </a:p>
      </dgm:t>
    </dgm:pt>
    <dgm:pt modelId="{6428046C-9353-3249-9346-C637B5F984F8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D</a:t>
          </a:r>
        </a:p>
      </dgm:t>
    </dgm:pt>
    <dgm:pt modelId="{7BBCB55C-59C4-CF4C-BB90-633BDF23508A}" type="parTrans" cxnId="{EB14DE73-8044-C444-8AA5-8B66DDF60DD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8D5352FE-9403-1E42-BDFA-82465CC569D5}" type="sibTrans" cxnId="{EB14DE73-8044-C444-8AA5-8B66DDF60DD2}">
      <dgm:prSet/>
      <dgm:spPr/>
      <dgm:t>
        <a:bodyPr/>
        <a:lstStyle/>
        <a:p>
          <a:endParaRPr lang="en-US"/>
        </a:p>
      </dgm:t>
    </dgm:pt>
    <dgm:pt modelId="{A40883CA-E8D1-914B-B1E5-CE30443B54A1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E</a:t>
          </a:r>
        </a:p>
      </dgm:t>
    </dgm:pt>
    <dgm:pt modelId="{B1E89A0D-2D48-C548-9634-527F5FBEE132}" type="parTrans" cxnId="{24097D55-6BE3-134B-B9BC-941A800A64A3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9B452A85-01E3-A445-9E78-FC0FB35B0F97}" type="sibTrans" cxnId="{24097D55-6BE3-134B-B9BC-941A800A64A3}">
      <dgm:prSet/>
      <dgm:spPr/>
      <dgm:t>
        <a:bodyPr/>
        <a:lstStyle/>
        <a:p>
          <a:endParaRPr lang="en-US"/>
        </a:p>
      </dgm:t>
    </dgm:pt>
    <dgm:pt modelId="{D7FCAC2A-DC6B-C34C-B8E0-5670A50F57A9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F</a:t>
          </a:r>
        </a:p>
      </dgm:t>
    </dgm:pt>
    <dgm:pt modelId="{455570FD-5B63-4048-85CA-09F096C167ED}" type="parTrans" cxnId="{4DC8F3EB-87DA-C94D-8B6C-9EFE577E4D71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3A626BE6-3130-B44C-A54B-9060F4B6C166}" type="sibTrans" cxnId="{4DC8F3EB-87DA-C94D-8B6C-9EFE577E4D71}">
      <dgm:prSet/>
      <dgm:spPr/>
      <dgm:t>
        <a:bodyPr/>
        <a:lstStyle/>
        <a:p>
          <a:endParaRPr lang="en-US"/>
        </a:p>
      </dgm:t>
    </dgm:pt>
    <dgm:pt modelId="{797D0808-AE7A-8940-9C79-3B13C915EDC5}" type="pres">
      <dgm:prSet presAssocID="{C28EFFD2-6C03-034D-8B26-361FD567E1E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BAA29F7-3503-CB42-B98F-2E7770FEE38C}" type="pres">
      <dgm:prSet presAssocID="{C28EFFD2-6C03-034D-8B26-361FD567E1EB}" presName="hierFlow" presStyleCnt="0"/>
      <dgm:spPr/>
    </dgm:pt>
    <dgm:pt modelId="{3F56FA31-513F-8E47-8B7F-7F062D64A1A0}" type="pres">
      <dgm:prSet presAssocID="{C28EFFD2-6C03-034D-8B26-361FD567E1EB}" presName="firstBuf" presStyleCnt="0"/>
      <dgm:spPr/>
    </dgm:pt>
    <dgm:pt modelId="{4CD564C5-DD5B-E640-86ED-9AEB55083840}" type="pres">
      <dgm:prSet presAssocID="{C28EFFD2-6C03-034D-8B26-361FD567E1E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FC10D34-4BFA-FF47-97D6-DDF6C3DEDBDE}" type="pres">
      <dgm:prSet presAssocID="{2880F508-CF97-4C46-ADED-537636CEE780}" presName="Name14" presStyleCnt="0"/>
      <dgm:spPr/>
    </dgm:pt>
    <dgm:pt modelId="{74A0D09A-AE7B-A947-87D8-BCFA7A093962}" type="pres">
      <dgm:prSet presAssocID="{2880F508-CF97-4C46-ADED-537636CEE780}" presName="level1Shape" presStyleLbl="node0" presStyleIdx="0" presStyleCnt="1" custScaleX="247417">
        <dgm:presLayoutVars>
          <dgm:chPref val="3"/>
        </dgm:presLayoutVars>
      </dgm:prSet>
      <dgm:spPr/>
    </dgm:pt>
    <dgm:pt modelId="{92987FC7-C31D-3646-9449-48F0ED24A5F9}" type="pres">
      <dgm:prSet presAssocID="{2880F508-CF97-4C46-ADED-537636CEE780}" presName="hierChild2" presStyleCnt="0"/>
      <dgm:spPr/>
    </dgm:pt>
    <dgm:pt modelId="{848E5F57-3549-4E48-9BF7-D7192A242FC0}" type="pres">
      <dgm:prSet presAssocID="{BA9191AE-3C9E-DE41-A553-02BDAE97B2AA}" presName="Name19" presStyleLbl="parChTrans1D2" presStyleIdx="0" presStyleCnt="2"/>
      <dgm:spPr/>
    </dgm:pt>
    <dgm:pt modelId="{35F1C553-8265-5444-8EF9-FC178F8114E0}" type="pres">
      <dgm:prSet presAssocID="{C679204C-6439-564D-A3E9-C755B18CAAAC}" presName="Name21" presStyleCnt="0"/>
      <dgm:spPr/>
    </dgm:pt>
    <dgm:pt modelId="{9C15C876-BE5D-8F48-8364-7540B7EA3277}" type="pres">
      <dgm:prSet presAssocID="{C679204C-6439-564D-A3E9-C755B18CAAAC}" presName="level2Shape" presStyleLbl="node2" presStyleIdx="0" presStyleCnt="2" custScaleX="222296"/>
      <dgm:spPr/>
    </dgm:pt>
    <dgm:pt modelId="{EB150278-55C7-A04C-B8A2-F8D17651274C}" type="pres">
      <dgm:prSet presAssocID="{C679204C-6439-564D-A3E9-C755B18CAAAC}" presName="hierChild3" presStyleCnt="0"/>
      <dgm:spPr/>
    </dgm:pt>
    <dgm:pt modelId="{8681C9DB-0C42-0842-8343-896A310F3AA8}" type="pres">
      <dgm:prSet presAssocID="{D4D6E89D-A37D-B649-8D9E-56DADE73A438}" presName="Name19" presStyleLbl="parChTrans1D3" presStyleIdx="0" presStyleCnt="4"/>
      <dgm:spPr/>
    </dgm:pt>
    <dgm:pt modelId="{8104B775-5EF5-3F47-A230-AF9925DA4E83}" type="pres">
      <dgm:prSet presAssocID="{2155C153-4EF7-0A42-99A8-6B0DD2EF4380}" presName="Name21" presStyleCnt="0"/>
      <dgm:spPr/>
    </dgm:pt>
    <dgm:pt modelId="{790FEF0C-27AB-9A43-B603-128FBFA09DC8}" type="pres">
      <dgm:prSet presAssocID="{2155C153-4EF7-0A42-99A8-6B0DD2EF4380}" presName="level2Shape" presStyleLbl="node3" presStyleIdx="0" presStyleCnt="4"/>
      <dgm:spPr/>
    </dgm:pt>
    <dgm:pt modelId="{E3814B6B-0D50-2141-8086-9BC59B60214D}" type="pres">
      <dgm:prSet presAssocID="{2155C153-4EF7-0A42-99A8-6B0DD2EF4380}" presName="hierChild3" presStyleCnt="0"/>
      <dgm:spPr/>
    </dgm:pt>
    <dgm:pt modelId="{E7E688CA-B0BA-6347-AE5A-2C45B1F8037B}" type="pres">
      <dgm:prSet presAssocID="{F5C14A69-56D8-DC4A-A929-8A163C35A708}" presName="Name19" presStyleLbl="parChTrans1D4" presStyleIdx="0" presStyleCnt="12"/>
      <dgm:spPr/>
    </dgm:pt>
    <dgm:pt modelId="{89AE59B6-9580-9D47-9099-4D2ABAE9AEEC}" type="pres">
      <dgm:prSet presAssocID="{EC33624F-9536-1E4B-AD98-42717A66DA28}" presName="Name21" presStyleCnt="0"/>
      <dgm:spPr/>
    </dgm:pt>
    <dgm:pt modelId="{6CB931D1-960A-8845-A9B6-417DE61F8999}" type="pres">
      <dgm:prSet presAssocID="{EC33624F-9536-1E4B-AD98-42717A66DA28}" presName="level2Shape" presStyleLbl="node4" presStyleIdx="0" presStyleCnt="12"/>
      <dgm:spPr/>
    </dgm:pt>
    <dgm:pt modelId="{749A7501-7C7B-F94C-BFF4-D997370CE7EF}" type="pres">
      <dgm:prSet presAssocID="{EC33624F-9536-1E4B-AD98-42717A66DA28}" presName="hierChild3" presStyleCnt="0"/>
      <dgm:spPr/>
    </dgm:pt>
    <dgm:pt modelId="{AC7175C3-40C6-7C49-9286-7BC714C0BE33}" type="pres">
      <dgm:prSet presAssocID="{4704B685-F79B-7748-B6F9-218F57DBFC2A}" presName="Name19" presStyleLbl="parChTrans1D4" presStyleIdx="1" presStyleCnt="12"/>
      <dgm:spPr/>
    </dgm:pt>
    <dgm:pt modelId="{77C6437D-DEBA-4841-A52A-7B6B2993B85B}" type="pres">
      <dgm:prSet presAssocID="{94A76FD3-B878-984C-B1A0-CD7D964B8816}" presName="Name21" presStyleCnt="0"/>
      <dgm:spPr/>
    </dgm:pt>
    <dgm:pt modelId="{AA1CC3EF-3CEA-6C4A-A41E-E7FA0299CA26}" type="pres">
      <dgm:prSet presAssocID="{94A76FD3-B878-984C-B1A0-CD7D964B8816}" presName="level2Shape" presStyleLbl="node4" presStyleIdx="1" presStyleCnt="12"/>
      <dgm:spPr/>
    </dgm:pt>
    <dgm:pt modelId="{47BCDFC6-64B4-D04A-9865-A870547A4C93}" type="pres">
      <dgm:prSet presAssocID="{94A76FD3-B878-984C-B1A0-CD7D964B8816}" presName="hierChild3" presStyleCnt="0"/>
      <dgm:spPr/>
    </dgm:pt>
    <dgm:pt modelId="{65B2F8F6-0DD9-5A45-903F-B69BF4B60F2A}" type="pres">
      <dgm:prSet presAssocID="{A06DA9A6-4F40-9346-8A54-64734373E0F1}" presName="Name19" presStyleLbl="parChTrans1D3" presStyleIdx="1" presStyleCnt="4"/>
      <dgm:spPr/>
    </dgm:pt>
    <dgm:pt modelId="{D7240BAB-BA36-3E4F-BF88-9B5EA190D2E3}" type="pres">
      <dgm:prSet presAssocID="{3EE3DA63-381A-7648-9733-7B59F202A5F7}" presName="Name21" presStyleCnt="0"/>
      <dgm:spPr/>
    </dgm:pt>
    <dgm:pt modelId="{8B36F25B-C5F7-9546-B7F9-5B517B9B3482}" type="pres">
      <dgm:prSet presAssocID="{3EE3DA63-381A-7648-9733-7B59F202A5F7}" presName="level2Shape" presStyleLbl="node3" presStyleIdx="1" presStyleCnt="4"/>
      <dgm:spPr/>
    </dgm:pt>
    <dgm:pt modelId="{F4986A96-0020-114E-A787-50F3499B959A}" type="pres">
      <dgm:prSet presAssocID="{3EE3DA63-381A-7648-9733-7B59F202A5F7}" presName="hierChild3" presStyleCnt="0"/>
      <dgm:spPr/>
    </dgm:pt>
    <dgm:pt modelId="{66AF5F28-DD5D-8C46-A7B6-566FC9010140}" type="pres">
      <dgm:prSet presAssocID="{CCD9B762-665F-D047-A582-E9D745B6E041}" presName="Name19" presStyleLbl="parChTrans1D4" presStyleIdx="2" presStyleCnt="12"/>
      <dgm:spPr/>
    </dgm:pt>
    <dgm:pt modelId="{BCDBBCD1-D2BA-8F45-8F99-4C15B336FE61}" type="pres">
      <dgm:prSet presAssocID="{D898A35A-CA2F-2545-9363-68A3469EEB79}" presName="Name21" presStyleCnt="0"/>
      <dgm:spPr/>
    </dgm:pt>
    <dgm:pt modelId="{7F6E74F9-8714-8C47-997B-DAE60AC8AA6B}" type="pres">
      <dgm:prSet presAssocID="{D898A35A-CA2F-2545-9363-68A3469EEB79}" presName="level2Shape" presStyleLbl="node4" presStyleIdx="2" presStyleCnt="12"/>
      <dgm:spPr/>
    </dgm:pt>
    <dgm:pt modelId="{D5FAC5AF-8257-B440-BD30-D1EC5516D41B}" type="pres">
      <dgm:prSet presAssocID="{D898A35A-CA2F-2545-9363-68A3469EEB79}" presName="hierChild3" presStyleCnt="0"/>
      <dgm:spPr/>
    </dgm:pt>
    <dgm:pt modelId="{F09FBD9E-A720-CD4F-A239-C31A163420D3}" type="pres">
      <dgm:prSet presAssocID="{34D20B92-F5D3-C14D-B569-51AA910FAE0F}" presName="Name19" presStyleLbl="parChTrans1D4" presStyleIdx="3" presStyleCnt="12"/>
      <dgm:spPr/>
    </dgm:pt>
    <dgm:pt modelId="{18295D46-D6FC-434F-8304-1BE76B770686}" type="pres">
      <dgm:prSet presAssocID="{2D474894-4956-1D46-BC4E-D45B4EFFC37A}" presName="Name21" presStyleCnt="0"/>
      <dgm:spPr/>
    </dgm:pt>
    <dgm:pt modelId="{6F1C50DD-288A-AB45-81FC-4A0037131875}" type="pres">
      <dgm:prSet presAssocID="{2D474894-4956-1D46-BC4E-D45B4EFFC37A}" presName="level2Shape" presStyleLbl="node4" presStyleIdx="3" presStyleCnt="12"/>
      <dgm:spPr/>
    </dgm:pt>
    <dgm:pt modelId="{A0048FD2-9F5E-3C4A-B1AB-0CE1AD018767}" type="pres">
      <dgm:prSet presAssocID="{2D474894-4956-1D46-BC4E-D45B4EFFC37A}" presName="hierChild3" presStyleCnt="0"/>
      <dgm:spPr/>
    </dgm:pt>
    <dgm:pt modelId="{3809BE24-A202-944D-A8A6-50BA960F036B}" type="pres">
      <dgm:prSet presAssocID="{1AFB6A38-2332-B44F-9E7B-BDE5CB4F8C13}" presName="Name19" presStyleLbl="parChTrans1D4" presStyleIdx="4" presStyleCnt="12"/>
      <dgm:spPr/>
    </dgm:pt>
    <dgm:pt modelId="{2F230704-37F8-704B-A0D6-658A6F844061}" type="pres">
      <dgm:prSet presAssocID="{EA8706F8-257D-FC41-8441-C845975DF363}" presName="Name21" presStyleCnt="0"/>
      <dgm:spPr/>
    </dgm:pt>
    <dgm:pt modelId="{C9BC08CC-4B0B-1247-9F93-B0CED89FD641}" type="pres">
      <dgm:prSet presAssocID="{EA8706F8-257D-FC41-8441-C845975DF363}" presName="level2Shape" presStyleLbl="node4" presStyleIdx="4" presStyleCnt="12"/>
      <dgm:spPr/>
    </dgm:pt>
    <dgm:pt modelId="{1FAF5AF3-06D8-9041-87E6-A49565478EFC}" type="pres">
      <dgm:prSet presAssocID="{EA8706F8-257D-FC41-8441-C845975DF363}" presName="hierChild3" presStyleCnt="0"/>
      <dgm:spPr/>
    </dgm:pt>
    <dgm:pt modelId="{F74FBE11-A6B4-B149-8E7F-D09DDEEC7694}" type="pres">
      <dgm:prSet presAssocID="{4836E969-5AAB-F146-8BAC-BD6A314E110B}" presName="Name19" presStyleLbl="parChTrans1D4" presStyleIdx="5" presStyleCnt="12"/>
      <dgm:spPr/>
    </dgm:pt>
    <dgm:pt modelId="{ED62A953-F881-8F45-8F1C-5BE658AF9000}" type="pres">
      <dgm:prSet presAssocID="{B9B1DFDE-F929-AA41-BFA7-525C47A12C83}" presName="Name21" presStyleCnt="0"/>
      <dgm:spPr/>
    </dgm:pt>
    <dgm:pt modelId="{5A941406-84C7-3E4B-9791-216F62F8BFEB}" type="pres">
      <dgm:prSet presAssocID="{B9B1DFDE-F929-AA41-BFA7-525C47A12C83}" presName="level2Shape" presStyleLbl="node4" presStyleIdx="5" presStyleCnt="12"/>
      <dgm:spPr/>
    </dgm:pt>
    <dgm:pt modelId="{A9A6EF56-60A7-6A43-840A-D5E6CF1DC9BF}" type="pres">
      <dgm:prSet presAssocID="{B9B1DFDE-F929-AA41-BFA7-525C47A12C83}" presName="hierChild3" presStyleCnt="0"/>
      <dgm:spPr/>
    </dgm:pt>
    <dgm:pt modelId="{CBD7DE1D-8D05-934B-929D-D26542C04AF3}" type="pres">
      <dgm:prSet presAssocID="{25461895-5CDC-5C49-93FE-C8B1CF41CD73}" presName="Name19" presStyleLbl="parChTrans1D2" presStyleIdx="1" presStyleCnt="2"/>
      <dgm:spPr/>
    </dgm:pt>
    <dgm:pt modelId="{87B7AE99-5B02-3345-BFE6-D22674D35BBE}" type="pres">
      <dgm:prSet presAssocID="{2DCB1AAB-8C82-3747-A41A-BCABE1BF6B0F}" presName="Name21" presStyleCnt="0"/>
      <dgm:spPr/>
    </dgm:pt>
    <dgm:pt modelId="{EA58B8A4-6442-A741-A29B-A261CF8294A6}" type="pres">
      <dgm:prSet presAssocID="{2DCB1AAB-8C82-3747-A41A-BCABE1BF6B0F}" presName="level2Shape" presStyleLbl="node2" presStyleIdx="1" presStyleCnt="2" custScaleX="229135"/>
      <dgm:spPr/>
    </dgm:pt>
    <dgm:pt modelId="{A396E360-EB69-E548-A962-61C42A7B1BDB}" type="pres">
      <dgm:prSet presAssocID="{2DCB1AAB-8C82-3747-A41A-BCABE1BF6B0F}" presName="hierChild3" presStyleCnt="0"/>
      <dgm:spPr/>
    </dgm:pt>
    <dgm:pt modelId="{CBE016BA-6CFD-F346-A970-F85A0DE8228E}" type="pres">
      <dgm:prSet presAssocID="{F0C2A2A6-BFE6-5E42-9030-8196DF2E9A61}" presName="Name19" presStyleLbl="parChTrans1D3" presStyleIdx="2" presStyleCnt="4"/>
      <dgm:spPr/>
    </dgm:pt>
    <dgm:pt modelId="{E7B908DB-0C28-FD4D-B63C-AB25AAD6F026}" type="pres">
      <dgm:prSet presAssocID="{C11094E1-D2BA-744F-92C0-E9E15D40069F}" presName="Name21" presStyleCnt="0"/>
      <dgm:spPr/>
    </dgm:pt>
    <dgm:pt modelId="{1612BE6D-A214-8447-AD88-561563634CCE}" type="pres">
      <dgm:prSet presAssocID="{C11094E1-D2BA-744F-92C0-E9E15D40069F}" presName="level2Shape" presStyleLbl="node3" presStyleIdx="2" presStyleCnt="4"/>
      <dgm:spPr/>
    </dgm:pt>
    <dgm:pt modelId="{2C54667A-AA51-4841-8A79-F28D8775CB3E}" type="pres">
      <dgm:prSet presAssocID="{C11094E1-D2BA-744F-92C0-E9E15D40069F}" presName="hierChild3" presStyleCnt="0"/>
      <dgm:spPr/>
    </dgm:pt>
    <dgm:pt modelId="{A089F4F0-B0E0-894A-8802-599CEDE8BD77}" type="pres">
      <dgm:prSet presAssocID="{C9934BFE-AFBA-E942-A866-37A054D72396}" presName="Name19" presStyleLbl="parChTrans1D4" presStyleIdx="6" presStyleCnt="12"/>
      <dgm:spPr/>
    </dgm:pt>
    <dgm:pt modelId="{279EB6DB-0537-5F40-ACF0-478EE6A58DED}" type="pres">
      <dgm:prSet presAssocID="{F1409DC7-8C00-4249-8FF5-F02F2440AC61}" presName="Name21" presStyleCnt="0"/>
      <dgm:spPr/>
    </dgm:pt>
    <dgm:pt modelId="{40B93D97-A4AA-B442-8261-77A8E9305376}" type="pres">
      <dgm:prSet presAssocID="{F1409DC7-8C00-4249-8FF5-F02F2440AC61}" presName="level2Shape" presStyleLbl="node4" presStyleIdx="6" presStyleCnt="12"/>
      <dgm:spPr/>
    </dgm:pt>
    <dgm:pt modelId="{4106FD75-0842-0C45-88E8-8CBA2ECA0D1C}" type="pres">
      <dgm:prSet presAssocID="{F1409DC7-8C00-4249-8FF5-F02F2440AC61}" presName="hierChild3" presStyleCnt="0"/>
      <dgm:spPr/>
    </dgm:pt>
    <dgm:pt modelId="{FBBB18F4-EF61-4644-9A52-2A5F81413501}" type="pres">
      <dgm:prSet presAssocID="{7BBCB55C-59C4-CF4C-BB90-633BDF23508A}" presName="Name19" presStyleLbl="parChTrans1D4" presStyleIdx="7" presStyleCnt="12"/>
      <dgm:spPr/>
    </dgm:pt>
    <dgm:pt modelId="{63B217E1-5DF3-C548-89E5-5C971BBC67C4}" type="pres">
      <dgm:prSet presAssocID="{6428046C-9353-3249-9346-C637B5F984F8}" presName="Name21" presStyleCnt="0"/>
      <dgm:spPr/>
    </dgm:pt>
    <dgm:pt modelId="{B401FB86-DF6A-A047-BCBC-5A55822B4EF6}" type="pres">
      <dgm:prSet presAssocID="{6428046C-9353-3249-9346-C637B5F984F8}" presName="level2Shape" presStyleLbl="node4" presStyleIdx="7" presStyleCnt="12"/>
      <dgm:spPr/>
    </dgm:pt>
    <dgm:pt modelId="{F7F92203-0472-B746-A00F-5F378B98365D}" type="pres">
      <dgm:prSet presAssocID="{6428046C-9353-3249-9346-C637B5F984F8}" presName="hierChild3" presStyleCnt="0"/>
      <dgm:spPr/>
    </dgm:pt>
    <dgm:pt modelId="{FC3B64D0-D65B-B84A-BC8D-1A5A9A8CAF9B}" type="pres">
      <dgm:prSet presAssocID="{462A938F-2A85-F84E-8BAD-16A88E0A8D4F}" presName="Name19" presStyleLbl="parChTrans1D4" presStyleIdx="8" presStyleCnt="12"/>
      <dgm:spPr/>
    </dgm:pt>
    <dgm:pt modelId="{EC49CCF4-3575-7A46-9096-7CAB439BC376}" type="pres">
      <dgm:prSet presAssocID="{719C4FA5-759F-634E-B149-D4A0223A8F76}" presName="Name21" presStyleCnt="0"/>
      <dgm:spPr/>
    </dgm:pt>
    <dgm:pt modelId="{B404AE65-3957-5A44-8F65-FFC19B07C367}" type="pres">
      <dgm:prSet presAssocID="{719C4FA5-759F-634E-B149-D4A0223A8F76}" presName="level2Shape" presStyleLbl="node4" presStyleIdx="8" presStyleCnt="12"/>
      <dgm:spPr/>
    </dgm:pt>
    <dgm:pt modelId="{5800FF22-F295-2743-B6CF-FAE8BA253A4E}" type="pres">
      <dgm:prSet presAssocID="{719C4FA5-759F-634E-B149-D4A0223A8F76}" presName="hierChild3" presStyleCnt="0"/>
      <dgm:spPr/>
    </dgm:pt>
    <dgm:pt modelId="{249C977D-1D4E-0F4E-B739-9FFB733129CA}" type="pres">
      <dgm:prSet presAssocID="{B1E89A0D-2D48-C548-9634-527F5FBEE132}" presName="Name19" presStyleLbl="parChTrans1D4" presStyleIdx="9" presStyleCnt="12"/>
      <dgm:spPr/>
    </dgm:pt>
    <dgm:pt modelId="{874D96A0-FD12-6343-A9BA-A38F0D564ED9}" type="pres">
      <dgm:prSet presAssocID="{A40883CA-E8D1-914B-B1E5-CE30443B54A1}" presName="Name21" presStyleCnt="0"/>
      <dgm:spPr/>
    </dgm:pt>
    <dgm:pt modelId="{CE29ECEC-4CBA-EF4E-8795-42AA16BFE980}" type="pres">
      <dgm:prSet presAssocID="{A40883CA-E8D1-914B-B1E5-CE30443B54A1}" presName="level2Shape" presStyleLbl="node4" presStyleIdx="9" presStyleCnt="12"/>
      <dgm:spPr/>
    </dgm:pt>
    <dgm:pt modelId="{65A034E0-8E7D-1140-BCE2-AB9EC93BC814}" type="pres">
      <dgm:prSet presAssocID="{A40883CA-E8D1-914B-B1E5-CE30443B54A1}" presName="hierChild3" presStyleCnt="0"/>
      <dgm:spPr/>
    </dgm:pt>
    <dgm:pt modelId="{F4B9F306-F5A8-C548-A465-5C45A09ABADA}" type="pres">
      <dgm:prSet presAssocID="{932AABB1-0CA7-5A45-9023-BD67E67EA3C0}" presName="Name19" presStyleLbl="parChTrans1D3" presStyleIdx="3" presStyleCnt="4"/>
      <dgm:spPr/>
    </dgm:pt>
    <dgm:pt modelId="{9FC06C6B-A98E-E74D-8BD1-E0F3F5871F5C}" type="pres">
      <dgm:prSet presAssocID="{69D7DB30-9F03-8447-A623-83C649506148}" presName="Name21" presStyleCnt="0"/>
      <dgm:spPr/>
    </dgm:pt>
    <dgm:pt modelId="{3FB45151-BC35-934D-A443-50FF33624F17}" type="pres">
      <dgm:prSet presAssocID="{69D7DB30-9F03-8447-A623-83C649506148}" presName="level2Shape" presStyleLbl="node3" presStyleIdx="3" presStyleCnt="4"/>
      <dgm:spPr/>
    </dgm:pt>
    <dgm:pt modelId="{D4E88E76-1A64-8C43-B84F-19D6BFF8843D}" type="pres">
      <dgm:prSet presAssocID="{69D7DB30-9F03-8447-A623-83C649506148}" presName="hierChild3" presStyleCnt="0"/>
      <dgm:spPr/>
    </dgm:pt>
    <dgm:pt modelId="{81117A2E-163C-2E49-B2A9-4CD38F0A1D70}" type="pres">
      <dgm:prSet presAssocID="{BF35C86B-AF7A-9942-B638-9CB429214B06}" presName="Name19" presStyleLbl="parChTrans1D4" presStyleIdx="10" presStyleCnt="12"/>
      <dgm:spPr/>
    </dgm:pt>
    <dgm:pt modelId="{B23CE4F2-B9D8-2047-B593-FAE6F2EEE18D}" type="pres">
      <dgm:prSet presAssocID="{05ECE81F-627C-D04B-AB0A-D92EFB88F51E}" presName="Name21" presStyleCnt="0"/>
      <dgm:spPr/>
    </dgm:pt>
    <dgm:pt modelId="{46EB3B03-69DE-704B-9F2B-16113641C9C1}" type="pres">
      <dgm:prSet presAssocID="{05ECE81F-627C-D04B-AB0A-D92EFB88F51E}" presName="level2Shape" presStyleLbl="node4" presStyleIdx="10" presStyleCnt="12"/>
      <dgm:spPr/>
    </dgm:pt>
    <dgm:pt modelId="{39D893FD-0D62-0B43-BAFE-A8941F86C8CE}" type="pres">
      <dgm:prSet presAssocID="{05ECE81F-627C-D04B-AB0A-D92EFB88F51E}" presName="hierChild3" presStyleCnt="0"/>
      <dgm:spPr/>
    </dgm:pt>
    <dgm:pt modelId="{240BD3EC-2517-7F4D-BA97-32EDD0D994E8}" type="pres">
      <dgm:prSet presAssocID="{455570FD-5B63-4048-85CA-09F096C167ED}" presName="Name19" presStyleLbl="parChTrans1D4" presStyleIdx="11" presStyleCnt="12"/>
      <dgm:spPr/>
    </dgm:pt>
    <dgm:pt modelId="{C2E20A79-C109-7B4C-AC05-1005E0233B32}" type="pres">
      <dgm:prSet presAssocID="{D7FCAC2A-DC6B-C34C-B8E0-5670A50F57A9}" presName="Name21" presStyleCnt="0"/>
      <dgm:spPr/>
    </dgm:pt>
    <dgm:pt modelId="{2E5C41C7-B7AC-DD4D-9705-F775F78620D5}" type="pres">
      <dgm:prSet presAssocID="{D7FCAC2A-DC6B-C34C-B8E0-5670A50F57A9}" presName="level2Shape" presStyleLbl="node4" presStyleIdx="11" presStyleCnt="12"/>
      <dgm:spPr/>
    </dgm:pt>
    <dgm:pt modelId="{A14900B6-4183-9C45-8A60-1B70068AE54A}" type="pres">
      <dgm:prSet presAssocID="{D7FCAC2A-DC6B-C34C-B8E0-5670A50F57A9}" presName="hierChild3" presStyleCnt="0"/>
      <dgm:spPr/>
    </dgm:pt>
    <dgm:pt modelId="{5E4C9636-7285-7B4F-879B-1350636DA215}" type="pres">
      <dgm:prSet presAssocID="{C28EFFD2-6C03-034D-8B26-361FD567E1EB}" presName="bgShapesFlow" presStyleCnt="0"/>
      <dgm:spPr/>
    </dgm:pt>
    <dgm:pt modelId="{B6E7CC73-A826-4D4D-8E94-A5BB03D6F7B5}" type="pres">
      <dgm:prSet presAssocID="{6890E4C1-A88B-B04F-8BB1-089846DAD923}" presName="rectComp" presStyleCnt="0"/>
      <dgm:spPr/>
    </dgm:pt>
    <dgm:pt modelId="{8BD55588-4678-5542-A4B4-C5269E8A4E33}" type="pres">
      <dgm:prSet presAssocID="{6890E4C1-A88B-B04F-8BB1-089846DAD923}" presName="bgRect" presStyleLbl="bgShp" presStyleIdx="0" presStyleCnt="5"/>
      <dgm:spPr/>
    </dgm:pt>
    <dgm:pt modelId="{D66CE501-91AA-DA4F-85F4-2DCFD851D4D9}" type="pres">
      <dgm:prSet presAssocID="{6890E4C1-A88B-B04F-8BB1-089846DAD923}" presName="bgRectTx" presStyleLbl="bgShp" presStyleIdx="0" presStyleCnt="5">
        <dgm:presLayoutVars>
          <dgm:bulletEnabled val="1"/>
        </dgm:presLayoutVars>
      </dgm:prSet>
      <dgm:spPr/>
    </dgm:pt>
    <dgm:pt modelId="{DB38CF35-A027-3F4E-9E43-160FD03D18F1}" type="pres">
      <dgm:prSet presAssocID="{6890E4C1-A88B-B04F-8BB1-089846DAD923}" presName="spComp" presStyleCnt="0"/>
      <dgm:spPr/>
    </dgm:pt>
    <dgm:pt modelId="{9E6B5B52-32BD-BB45-A252-663B32754233}" type="pres">
      <dgm:prSet presAssocID="{6890E4C1-A88B-B04F-8BB1-089846DAD923}" presName="vSp" presStyleCnt="0"/>
      <dgm:spPr/>
    </dgm:pt>
    <dgm:pt modelId="{A474F73D-96A3-4949-BDD4-F476D42F269A}" type="pres">
      <dgm:prSet presAssocID="{CDB85513-1075-1246-A01C-F0B325CB77CE}" presName="rectComp" presStyleCnt="0"/>
      <dgm:spPr/>
    </dgm:pt>
    <dgm:pt modelId="{01A8851F-7AB1-C44D-A69A-D4E59505F4BA}" type="pres">
      <dgm:prSet presAssocID="{CDB85513-1075-1246-A01C-F0B325CB77CE}" presName="bgRect" presStyleLbl="bgShp" presStyleIdx="1" presStyleCnt="5"/>
      <dgm:spPr/>
    </dgm:pt>
    <dgm:pt modelId="{6D0E4BB7-CEF9-3147-A38B-6C8A3BB460B7}" type="pres">
      <dgm:prSet presAssocID="{CDB85513-1075-1246-A01C-F0B325CB77CE}" presName="bgRectTx" presStyleLbl="bgShp" presStyleIdx="1" presStyleCnt="5">
        <dgm:presLayoutVars>
          <dgm:bulletEnabled val="1"/>
        </dgm:presLayoutVars>
      </dgm:prSet>
      <dgm:spPr/>
    </dgm:pt>
    <dgm:pt modelId="{A9FD3276-7D10-3F47-BADF-A5A61849EBD1}" type="pres">
      <dgm:prSet presAssocID="{CDB85513-1075-1246-A01C-F0B325CB77CE}" presName="spComp" presStyleCnt="0"/>
      <dgm:spPr/>
    </dgm:pt>
    <dgm:pt modelId="{C63B5FA0-C664-8C41-BE89-67F3926C7256}" type="pres">
      <dgm:prSet presAssocID="{CDB85513-1075-1246-A01C-F0B325CB77CE}" presName="vSp" presStyleCnt="0"/>
      <dgm:spPr/>
    </dgm:pt>
    <dgm:pt modelId="{75696124-E8BA-C04B-8E27-6C6CE277CF8B}" type="pres">
      <dgm:prSet presAssocID="{84C91242-E602-6847-903F-A3AA9D048661}" presName="rectComp" presStyleCnt="0"/>
      <dgm:spPr/>
    </dgm:pt>
    <dgm:pt modelId="{348091E3-23F9-7B46-91CE-C3FAF6AAB5B9}" type="pres">
      <dgm:prSet presAssocID="{84C91242-E602-6847-903F-A3AA9D048661}" presName="bgRect" presStyleLbl="bgShp" presStyleIdx="2" presStyleCnt="5"/>
      <dgm:spPr/>
    </dgm:pt>
    <dgm:pt modelId="{B780C0C3-F470-6D44-97D3-5BAF774FDC78}" type="pres">
      <dgm:prSet presAssocID="{84C91242-E602-6847-903F-A3AA9D048661}" presName="bgRectTx" presStyleLbl="bgShp" presStyleIdx="2" presStyleCnt="5">
        <dgm:presLayoutVars>
          <dgm:bulletEnabled val="1"/>
        </dgm:presLayoutVars>
      </dgm:prSet>
      <dgm:spPr/>
    </dgm:pt>
    <dgm:pt modelId="{AB30DF7E-CB07-4C43-80DF-FD983802E086}" type="pres">
      <dgm:prSet presAssocID="{84C91242-E602-6847-903F-A3AA9D048661}" presName="spComp" presStyleCnt="0"/>
      <dgm:spPr/>
    </dgm:pt>
    <dgm:pt modelId="{C5B8E8D4-E61A-3E46-ABFC-E8C3159AA246}" type="pres">
      <dgm:prSet presAssocID="{84C91242-E602-6847-903F-A3AA9D048661}" presName="vSp" presStyleCnt="0"/>
      <dgm:spPr/>
    </dgm:pt>
    <dgm:pt modelId="{31B804E5-1B41-4A4A-8BDE-64F79D217259}" type="pres">
      <dgm:prSet presAssocID="{BA021FF9-298C-CD44-A577-7D0E2EE64466}" presName="rectComp" presStyleCnt="0"/>
      <dgm:spPr/>
    </dgm:pt>
    <dgm:pt modelId="{E990D230-1044-1549-900F-250EDEF2C090}" type="pres">
      <dgm:prSet presAssocID="{BA021FF9-298C-CD44-A577-7D0E2EE64466}" presName="bgRect" presStyleLbl="bgShp" presStyleIdx="3" presStyleCnt="5"/>
      <dgm:spPr/>
    </dgm:pt>
    <dgm:pt modelId="{E128D92D-8AFF-FF42-BF32-F99D3999A167}" type="pres">
      <dgm:prSet presAssocID="{BA021FF9-298C-CD44-A577-7D0E2EE64466}" presName="bgRectTx" presStyleLbl="bgShp" presStyleIdx="3" presStyleCnt="5">
        <dgm:presLayoutVars>
          <dgm:bulletEnabled val="1"/>
        </dgm:presLayoutVars>
      </dgm:prSet>
      <dgm:spPr/>
    </dgm:pt>
    <dgm:pt modelId="{6D28F4AF-97A8-4741-B7DF-164727C83D22}" type="pres">
      <dgm:prSet presAssocID="{BA021FF9-298C-CD44-A577-7D0E2EE64466}" presName="spComp" presStyleCnt="0"/>
      <dgm:spPr/>
    </dgm:pt>
    <dgm:pt modelId="{342DDF75-D075-4A44-B251-AC554986E2A7}" type="pres">
      <dgm:prSet presAssocID="{BA021FF9-298C-CD44-A577-7D0E2EE64466}" presName="vSp" presStyleCnt="0"/>
      <dgm:spPr/>
    </dgm:pt>
    <dgm:pt modelId="{F4893191-9F08-6343-A7C2-74B9842CE8EE}" type="pres">
      <dgm:prSet presAssocID="{D373AFA7-1F8F-2F49-89C3-69D198039493}" presName="rectComp" presStyleCnt="0"/>
      <dgm:spPr/>
    </dgm:pt>
    <dgm:pt modelId="{0A2BE206-30D2-CD4F-9BC6-4D1F0431D022}" type="pres">
      <dgm:prSet presAssocID="{D373AFA7-1F8F-2F49-89C3-69D198039493}" presName="bgRect" presStyleLbl="bgShp" presStyleIdx="4" presStyleCnt="5"/>
      <dgm:spPr/>
    </dgm:pt>
    <dgm:pt modelId="{D20468CE-3CE8-EC46-A7DF-898013D39EFE}" type="pres">
      <dgm:prSet presAssocID="{D373AFA7-1F8F-2F49-89C3-69D198039493}" presName="bgRectTx" presStyleLbl="bgShp" presStyleIdx="4" presStyleCnt="5">
        <dgm:presLayoutVars>
          <dgm:bulletEnabled val="1"/>
        </dgm:presLayoutVars>
      </dgm:prSet>
      <dgm:spPr/>
    </dgm:pt>
  </dgm:ptLst>
  <dgm:cxnLst>
    <dgm:cxn modelId="{0699D003-A8E6-D843-8FC3-46BBA8E80D17}" type="presOf" srcId="{84C91242-E602-6847-903F-A3AA9D048661}" destId="{B780C0C3-F470-6D44-97D3-5BAF774FDC78}" srcOrd="1" destOrd="0" presId="urn:microsoft.com/office/officeart/2005/8/layout/hierarchy6"/>
    <dgm:cxn modelId="{2B3DE103-0B4D-C54C-8082-13A44E3945AC}" type="presOf" srcId="{BA9191AE-3C9E-DE41-A553-02BDAE97B2AA}" destId="{848E5F57-3549-4E48-9BF7-D7192A242FC0}" srcOrd="0" destOrd="0" presId="urn:microsoft.com/office/officeart/2005/8/layout/hierarchy6"/>
    <dgm:cxn modelId="{E2D44608-80F7-3C49-9402-410E88CB778E}" srcId="{2155C153-4EF7-0A42-99A8-6B0DD2EF4380}" destId="{EC33624F-9536-1E4B-AD98-42717A66DA28}" srcOrd="0" destOrd="0" parTransId="{F5C14A69-56D8-DC4A-A929-8A163C35A708}" sibTransId="{571AF374-5715-D94D-BE31-D2F5F48E15F4}"/>
    <dgm:cxn modelId="{DA15D108-BCA0-DD4E-A804-A5C4C315AD04}" type="presOf" srcId="{94A76FD3-B878-984C-B1A0-CD7D964B8816}" destId="{AA1CC3EF-3CEA-6C4A-A41E-E7FA0299CA26}" srcOrd="0" destOrd="0" presId="urn:microsoft.com/office/officeart/2005/8/layout/hierarchy6"/>
    <dgm:cxn modelId="{9808D309-EB35-2841-A564-BFA53E8585A8}" srcId="{EA8706F8-257D-FC41-8441-C845975DF363}" destId="{B9B1DFDE-F929-AA41-BFA7-525C47A12C83}" srcOrd="0" destOrd="0" parTransId="{4836E969-5AAB-F146-8BAC-BD6A314E110B}" sibTransId="{88DECD50-8EDA-9844-A468-343E7467E961}"/>
    <dgm:cxn modelId="{B4042F0D-F5CE-CF42-BE1E-9136CBBFF43B}" srcId="{C679204C-6439-564D-A3E9-C755B18CAAAC}" destId="{3EE3DA63-381A-7648-9733-7B59F202A5F7}" srcOrd="1" destOrd="0" parTransId="{A06DA9A6-4F40-9346-8A54-64734373E0F1}" sibTransId="{C7E8DDAB-BEC4-7948-B60F-4A903D3871F9}"/>
    <dgm:cxn modelId="{A6435313-5D09-EC4F-ABB3-DC1AC59EEE23}" type="presOf" srcId="{BA021FF9-298C-CD44-A577-7D0E2EE64466}" destId="{E990D230-1044-1549-900F-250EDEF2C090}" srcOrd="0" destOrd="0" presId="urn:microsoft.com/office/officeart/2005/8/layout/hierarchy6"/>
    <dgm:cxn modelId="{72DC0118-3EA7-0749-A855-E6C60A830DB0}" type="presOf" srcId="{F5C14A69-56D8-DC4A-A929-8A163C35A708}" destId="{E7E688CA-B0BA-6347-AE5A-2C45B1F8037B}" srcOrd="0" destOrd="0" presId="urn:microsoft.com/office/officeart/2005/8/layout/hierarchy6"/>
    <dgm:cxn modelId="{2104051A-D605-564C-8435-F90685A037B5}" type="presOf" srcId="{C679204C-6439-564D-A3E9-C755B18CAAAC}" destId="{9C15C876-BE5D-8F48-8364-7540B7EA3277}" srcOrd="0" destOrd="0" presId="urn:microsoft.com/office/officeart/2005/8/layout/hierarchy6"/>
    <dgm:cxn modelId="{E3B49C1A-E3EF-E648-B6B8-0FA1A52146F2}" type="presOf" srcId="{D4D6E89D-A37D-B649-8D9E-56DADE73A438}" destId="{8681C9DB-0C42-0842-8343-896A310F3AA8}" srcOrd="0" destOrd="0" presId="urn:microsoft.com/office/officeart/2005/8/layout/hierarchy6"/>
    <dgm:cxn modelId="{3D9AEF1F-9064-EB4F-8D0B-E182DC426362}" type="presOf" srcId="{A40883CA-E8D1-914B-B1E5-CE30443B54A1}" destId="{CE29ECEC-4CBA-EF4E-8795-42AA16BFE980}" srcOrd="0" destOrd="0" presId="urn:microsoft.com/office/officeart/2005/8/layout/hierarchy6"/>
    <dgm:cxn modelId="{9D6DE520-EAF8-8748-B83E-F3BE0F4A9E00}" srcId="{3EE3DA63-381A-7648-9733-7B59F202A5F7}" destId="{EA8706F8-257D-FC41-8441-C845975DF363}" srcOrd="1" destOrd="0" parTransId="{1AFB6A38-2332-B44F-9E7B-BDE5CB4F8C13}" sibTransId="{CBFB9828-B68B-3D47-8967-FC319F0FD3B2}"/>
    <dgm:cxn modelId="{5E60D12D-0CFC-7E49-8232-493186361999}" type="presOf" srcId="{F0C2A2A6-BFE6-5E42-9030-8196DF2E9A61}" destId="{CBE016BA-6CFD-F346-A970-F85A0DE8228E}" srcOrd="0" destOrd="0" presId="urn:microsoft.com/office/officeart/2005/8/layout/hierarchy6"/>
    <dgm:cxn modelId="{4F38502E-FB11-7847-8C2A-1562C602FCE4}" type="presOf" srcId="{4704B685-F79B-7748-B6F9-218F57DBFC2A}" destId="{AC7175C3-40C6-7C49-9286-7BC714C0BE33}" srcOrd="0" destOrd="0" presId="urn:microsoft.com/office/officeart/2005/8/layout/hierarchy6"/>
    <dgm:cxn modelId="{5C7C8832-B933-0C46-B359-52A1884B1A89}" type="presOf" srcId="{D373AFA7-1F8F-2F49-89C3-69D198039493}" destId="{0A2BE206-30D2-CD4F-9BC6-4D1F0431D022}" srcOrd="0" destOrd="0" presId="urn:microsoft.com/office/officeart/2005/8/layout/hierarchy6"/>
    <dgm:cxn modelId="{26785235-42D7-9645-8639-A85DC190F2FE}" type="presOf" srcId="{D898A35A-CA2F-2545-9363-68A3469EEB79}" destId="{7F6E74F9-8714-8C47-997B-DAE60AC8AA6B}" srcOrd="0" destOrd="0" presId="urn:microsoft.com/office/officeart/2005/8/layout/hierarchy6"/>
    <dgm:cxn modelId="{5D365E35-7F87-8F4F-90B9-13FE7DAAD28B}" srcId="{C28EFFD2-6C03-034D-8B26-361FD567E1EB}" destId="{BA021FF9-298C-CD44-A577-7D0E2EE64466}" srcOrd="4" destOrd="0" parTransId="{76AD4262-6D29-3947-88A5-A941E5F78E19}" sibTransId="{156D5509-E436-C44E-8225-EF169371DF55}"/>
    <dgm:cxn modelId="{7C856935-CF61-5F40-A747-E547FDD9262E}" type="presOf" srcId="{B9B1DFDE-F929-AA41-BFA7-525C47A12C83}" destId="{5A941406-84C7-3E4B-9791-216F62F8BFEB}" srcOrd="0" destOrd="0" presId="urn:microsoft.com/office/officeart/2005/8/layout/hierarchy6"/>
    <dgm:cxn modelId="{C431A537-7100-324C-B409-32E0FB95E3D1}" type="presOf" srcId="{6890E4C1-A88B-B04F-8BB1-089846DAD923}" destId="{8BD55588-4678-5542-A4B4-C5269E8A4E33}" srcOrd="0" destOrd="0" presId="urn:microsoft.com/office/officeart/2005/8/layout/hierarchy6"/>
    <dgm:cxn modelId="{80FB1138-6281-204B-A33F-D2CDD0881FC3}" type="presOf" srcId="{D7FCAC2A-DC6B-C34C-B8E0-5670A50F57A9}" destId="{2E5C41C7-B7AC-DD4D-9705-F775F78620D5}" srcOrd="0" destOrd="0" presId="urn:microsoft.com/office/officeart/2005/8/layout/hierarchy6"/>
    <dgm:cxn modelId="{EC62EC3C-E97C-AF40-A160-DBBB9B972D3C}" type="presOf" srcId="{25461895-5CDC-5C49-93FE-C8B1CF41CD73}" destId="{CBD7DE1D-8D05-934B-929D-D26542C04AF3}" srcOrd="0" destOrd="0" presId="urn:microsoft.com/office/officeart/2005/8/layout/hierarchy6"/>
    <dgm:cxn modelId="{322AD43D-D51C-A544-A28F-9CB690519565}" type="presOf" srcId="{D373AFA7-1F8F-2F49-89C3-69D198039493}" destId="{D20468CE-3CE8-EC46-A7DF-898013D39EFE}" srcOrd="1" destOrd="0" presId="urn:microsoft.com/office/officeart/2005/8/layout/hierarchy6"/>
    <dgm:cxn modelId="{5748103F-8352-FF49-80E6-3595FB6DC38B}" type="presOf" srcId="{455570FD-5B63-4048-85CA-09F096C167ED}" destId="{240BD3EC-2517-7F4D-BA97-32EDD0D994E8}" srcOrd="0" destOrd="0" presId="urn:microsoft.com/office/officeart/2005/8/layout/hierarchy6"/>
    <dgm:cxn modelId="{3537F641-0DD7-DB4E-907B-AF3C96B5F776}" type="presOf" srcId="{69D7DB30-9F03-8447-A623-83C649506148}" destId="{3FB45151-BC35-934D-A443-50FF33624F17}" srcOrd="0" destOrd="0" presId="urn:microsoft.com/office/officeart/2005/8/layout/hierarchy6"/>
    <dgm:cxn modelId="{AF7E5A42-5253-C54E-B4EC-DD2CA8D954BE}" type="presOf" srcId="{84C91242-E602-6847-903F-A3AA9D048661}" destId="{348091E3-23F9-7B46-91CE-C3FAF6AAB5B9}" srcOrd="0" destOrd="0" presId="urn:microsoft.com/office/officeart/2005/8/layout/hierarchy6"/>
    <dgm:cxn modelId="{B569ED45-DD4A-A146-BFD0-3AA3889D2091}" srcId="{2DCB1AAB-8C82-3747-A41A-BCABE1BF6B0F}" destId="{C11094E1-D2BA-744F-92C0-E9E15D40069F}" srcOrd="0" destOrd="0" parTransId="{F0C2A2A6-BFE6-5E42-9030-8196DF2E9A61}" sibTransId="{06303FB1-4768-CD44-A102-1F775C32A967}"/>
    <dgm:cxn modelId="{BE87B553-A4E2-254B-A52C-BB2D78E46C6A}" srcId="{2880F508-CF97-4C46-ADED-537636CEE780}" destId="{2DCB1AAB-8C82-3747-A41A-BCABE1BF6B0F}" srcOrd="1" destOrd="0" parTransId="{25461895-5CDC-5C49-93FE-C8B1CF41CD73}" sibTransId="{F42FC282-DB72-FC4C-82FA-4885B5347C56}"/>
    <dgm:cxn modelId="{40194C54-4443-5241-B87B-731AD9DE77F1}" srcId="{EC33624F-9536-1E4B-AD98-42717A66DA28}" destId="{94A76FD3-B878-984C-B1A0-CD7D964B8816}" srcOrd="0" destOrd="0" parTransId="{4704B685-F79B-7748-B6F9-218F57DBFC2A}" sibTransId="{933C1007-7A48-0746-9252-BCBC8731290C}"/>
    <dgm:cxn modelId="{24097D55-6BE3-134B-B9BC-941A800A64A3}" srcId="{719C4FA5-759F-634E-B149-D4A0223A8F76}" destId="{A40883CA-E8D1-914B-B1E5-CE30443B54A1}" srcOrd="0" destOrd="0" parTransId="{B1E89A0D-2D48-C548-9634-527F5FBEE132}" sibTransId="{9B452A85-01E3-A445-9E78-FC0FB35B0F97}"/>
    <dgm:cxn modelId="{B330C855-48FE-364E-BB5A-A1EB5DCA8C62}" type="presOf" srcId="{BF35C86B-AF7A-9942-B638-9CB429214B06}" destId="{81117A2E-163C-2E49-B2A9-4CD38F0A1D70}" srcOrd="0" destOrd="0" presId="urn:microsoft.com/office/officeart/2005/8/layout/hierarchy6"/>
    <dgm:cxn modelId="{69E90756-6FCA-9A41-B4C6-C9E94C51203F}" type="presOf" srcId="{2880F508-CF97-4C46-ADED-537636CEE780}" destId="{74A0D09A-AE7B-A947-87D8-BCFA7A093962}" srcOrd="0" destOrd="0" presId="urn:microsoft.com/office/officeart/2005/8/layout/hierarchy6"/>
    <dgm:cxn modelId="{A571AE57-709A-1042-9166-E4FC07AE8898}" type="presOf" srcId="{B1E89A0D-2D48-C548-9634-527F5FBEE132}" destId="{249C977D-1D4E-0F4E-B739-9FFB733129CA}" srcOrd="0" destOrd="0" presId="urn:microsoft.com/office/officeart/2005/8/layout/hierarchy6"/>
    <dgm:cxn modelId="{7CE64558-BD00-9748-9C56-BF36337DD16D}" type="presOf" srcId="{05ECE81F-627C-D04B-AB0A-D92EFB88F51E}" destId="{46EB3B03-69DE-704B-9F2B-16113641C9C1}" srcOrd="0" destOrd="0" presId="urn:microsoft.com/office/officeart/2005/8/layout/hierarchy6"/>
    <dgm:cxn modelId="{1AE32559-3942-EA4D-A111-F0F5EA925BD7}" type="presOf" srcId="{EA8706F8-257D-FC41-8441-C845975DF363}" destId="{C9BC08CC-4B0B-1247-9F93-B0CED89FD641}" srcOrd="0" destOrd="0" presId="urn:microsoft.com/office/officeart/2005/8/layout/hierarchy6"/>
    <dgm:cxn modelId="{3256346A-1807-9B47-9C38-F0F2533106A1}" type="presOf" srcId="{6428046C-9353-3249-9346-C637B5F984F8}" destId="{B401FB86-DF6A-A047-BCBC-5A55822B4EF6}" srcOrd="0" destOrd="0" presId="urn:microsoft.com/office/officeart/2005/8/layout/hierarchy6"/>
    <dgm:cxn modelId="{246E4F6C-DC3C-454A-8BF8-B8388C8D66E3}" type="presOf" srcId="{34D20B92-F5D3-C14D-B569-51AA910FAE0F}" destId="{F09FBD9E-A720-CD4F-A239-C31A163420D3}" srcOrd="0" destOrd="0" presId="urn:microsoft.com/office/officeart/2005/8/layout/hierarchy6"/>
    <dgm:cxn modelId="{7F62E370-C86E-C646-A957-0B09A1733FF1}" type="presOf" srcId="{BA021FF9-298C-CD44-A577-7D0E2EE64466}" destId="{E128D92D-8AFF-FF42-BF32-F99D3999A167}" srcOrd="1" destOrd="0" presId="urn:microsoft.com/office/officeart/2005/8/layout/hierarchy6"/>
    <dgm:cxn modelId="{EB14DE73-8044-C444-8AA5-8B66DDF60DD2}" srcId="{F1409DC7-8C00-4249-8FF5-F02F2440AC61}" destId="{6428046C-9353-3249-9346-C637B5F984F8}" srcOrd="0" destOrd="0" parTransId="{7BBCB55C-59C4-CF4C-BB90-633BDF23508A}" sibTransId="{8D5352FE-9403-1E42-BDFA-82465CC569D5}"/>
    <dgm:cxn modelId="{83CBB378-ED74-DA42-A202-6D938B08D153}" srcId="{C28EFFD2-6C03-034D-8B26-361FD567E1EB}" destId="{2880F508-CF97-4C46-ADED-537636CEE780}" srcOrd="0" destOrd="0" parTransId="{FFE8C36D-E2F9-984D-93A2-7A0224D73E51}" sibTransId="{097BE42C-F4A3-6D42-A6D4-88DBD54804BC}"/>
    <dgm:cxn modelId="{00C1517E-9D38-A243-AE0F-27E6D6AFFA44}" type="presOf" srcId="{719C4FA5-759F-634E-B149-D4A0223A8F76}" destId="{B404AE65-3957-5A44-8F65-FFC19B07C367}" srcOrd="0" destOrd="0" presId="urn:microsoft.com/office/officeart/2005/8/layout/hierarchy6"/>
    <dgm:cxn modelId="{FC634289-384E-784D-9E76-619ACF416304}" srcId="{D898A35A-CA2F-2545-9363-68A3469EEB79}" destId="{2D474894-4956-1D46-BC4E-D45B4EFFC37A}" srcOrd="0" destOrd="0" parTransId="{34D20B92-F5D3-C14D-B569-51AA910FAE0F}" sibTransId="{131AB95E-5B80-7146-9B92-130598384AC8}"/>
    <dgm:cxn modelId="{009BFE8A-0686-9646-B700-FFFE5BD4AC00}" type="presOf" srcId="{6890E4C1-A88B-B04F-8BB1-089846DAD923}" destId="{D66CE501-91AA-DA4F-85F4-2DCFD851D4D9}" srcOrd="1" destOrd="0" presId="urn:microsoft.com/office/officeart/2005/8/layout/hierarchy6"/>
    <dgm:cxn modelId="{C5F57894-BB46-9142-9B65-4ADA9FCAA14D}" srcId="{C28EFFD2-6C03-034D-8B26-361FD567E1EB}" destId="{84C91242-E602-6847-903F-A3AA9D048661}" srcOrd="3" destOrd="0" parTransId="{9933E831-AB18-DA42-87F2-D768CF82EB28}" sibTransId="{677F4401-11CC-A046-84BD-19F6838D6A3C}"/>
    <dgm:cxn modelId="{5ED49A94-6E23-BE49-8E08-761B31CBD09C}" type="presOf" srcId="{4836E969-5AAB-F146-8BAC-BD6A314E110B}" destId="{F74FBE11-A6B4-B149-8E7F-D09DDEEC7694}" srcOrd="0" destOrd="0" presId="urn:microsoft.com/office/officeart/2005/8/layout/hierarchy6"/>
    <dgm:cxn modelId="{A786CC98-9D59-9943-A876-3522F13D77D6}" type="presOf" srcId="{C11094E1-D2BA-744F-92C0-E9E15D40069F}" destId="{1612BE6D-A214-8447-AD88-561563634CCE}" srcOrd="0" destOrd="0" presId="urn:microsoft.com/office/officeart/2005/8/layout/hierarchy6"/>
    <dgm:cxn modelId="{98E5709B-839D-B64B-ABBA-1324A7A4D35F}" srcId="{C28EFFD2-6C03-034D-8B26-361FD567E1EB}" destId="{CDB85513-1075-1246-A01C-F0B325CB77CE}" srcOrd="2" destOrd="0" parTransId="{AA812B74-4184-0643-B4E9-168A4E8AE0AD}" sibTransId="{B5EF3A6C-A533-1C42-BB15-A47F1EBA1260}"/>
    <dgm:cxn modelId="{F995A99B-7E30-BF4F-B50B-4852DAEE5F5A}" type="presOf" srcId="{CDB85513-1075-1246-A01C-F0B325CB77CE}" destId="{6D0E4BB7-CEF9-3147-A38B-6C8A3BB460B7}" srcOrd="1" destOrd="0" presId="urn:microsoft.com/office/officeart/2005/8/layout/hierarchy6"/>
    <dgm:cxn modelId="{11462EA1-5B21-F449-B4CF-DE27B5A42D44}" type="presOf" srcId="{C28EFFD2-6C03-034D-8B26-361FD567E1EB}" destId="{797D0808-AE7A-8940-9C79-3B13C915EDC5}" srcOrd="0" destOrd="0" presId="urn:microsoft.com/office/officeart/2005/8/layout/hierarchy6"/>
    <dgm:cxn modelId="{911499A6-FD30-634B-B0A8-2302B13D5BB3}" type="presOf" srcId="{CCD9B762-665F-D047-A582-E9D745B6E041}" destId="{66AF5F28-DD5D-8C46-A7B6-566FC9010140}" srcOrd="0" destOrd="0" presId="urn:microsoft.com/office/officeart/2005/8/layout/hierarchy6"/>
    <dgm:cxn modelId="{B0B2CDA7-B09D-7844-882F-71CE09FCD298}" type="presOf" srcId="{7BBCB55C-59C4-CF4C-BB90-633BDF23508A}" destId="{FBBB18F4-EF61-4644-9A52-2A5F81413501}" srcOrd="0" destOrd="0" presId="urn:microsoft.com/office/officeart/2005/8/layout/hierarchy6"/>
    <dgm:cxn modelId="{F28B0AA9-B03D-5545-8F2E-59F35C33889E}" type="presOf" srcId="{C9934BFE-AFBA-E942-A866-37A054D72396}" destId="{A089F4F0-B0E0-894A-8802-599CEDE8BD77}" srcOrd="0" destOrd="0" presId="urn:microsoft.com/office/officeart/2005/8/layout/hierarchy6"/>
    <dgm:cxn modelId="{BA97F5A9-75DC-7B43-9DEA-A2883DAD7673}" type="presOf" srcId="{1AFB6A38-2332-B44F-9E7B-BDE5CB4F8C13}" destId="{3809BE24-A202-944D-A8A6-50BA960F036B}" srcOrd="0" destOrd="0" presId="urn:microsoft.com/office/officeart/2005/8/layout/hierarchy6"/>
    <dgm:cxn modelId="{C879BDB0-ACCF-A94D-BB47-43588A380B48}" type="presOf" srcId="{462A938F-2A85-F84E-8BAD-16A88E0A8D4F}" destId="{FC3B64D0-D65B-B84A-BC8D-1A5A9A8CAF9B}" srcOrd="0" destOrd="0" presId="urn:microsoft.com/office/officeart/2005/8/layout/hierarchy6"/>
    <dgm:cxn modelId="{24DC67B2-B6AF-904E-B397-43BF4BD41975}" type="presOf" srcId="{EC33624F-9536-1E4B-AD98-42717A66DA28}" destId="{6CB931D1-960A-8845-A9B6-417DE61F8999}" srcOrd="0" destOrd="0" presId="urn:microsoft.com/office/officeart/2005/8/layout/hierarchy6"/>
    <dgm:cxn modelId="{DBCBA3B4-ADD0-3D40-9329-C7881FB0D617}" type="presOf" srcId="{A06DA9A6-4F40-9346-8A54-64734373E0F1}" destId="{65B2F8F6-0DD9-5A45-903F-B69BF4B60F2A}" srcOrd="0" destOrd="0" presId="urn:microsoft.com/office/officeart/2005/8/layout/hierarchy6"/>
    <dgm:cxn modelId="{84B26DB7-9069-8D4C-814A-36D5E3549841}" srcId="{C28EFFD2-6C03-034D-8B26-361FD567E1EB}" destId="{D373AFA7-1F8F-2F49-89C3-69D198039493}" srcOrd="5" destOrd="0" parTransId="{9CE6539C-E019-F849-BE31-CF12C4C2EA7F}" sibTransId="{2657C194-D9BB-3841-AB5F-63662B3FEC92}"/>
    <dgm:cxn modelId="{D6FC94BE-0134-DF4B-8BF2-50996218EFDE}" srcId="{C11094E1-D2BA-744F-92C0-E9E15D40069F}" destId="{F1409DC7-8C00-4249-8FF5-F02F2440AC61}" srcOrd="0" destOrd="0" parTransId="{C9934BFE-AFBA-E942-A866-37A054D72396}" sibTransId="{75062199-C20E-4B44-B43B-1E63949C207C}"/>
    <dgm:cxn modelId="{52868DC1-0CB0-954E-887B-A2F6F54AE726}" type="presOf" srcId="{CDB85513-1075-1246-A01C-F0B325CB77CE}" destId="{01A8851F-7AB1-C44D-A69A-D4E59505F4BA}" srcOrd="0" destOrd="0" presId="urn:microsoft.com/office/officeart/2005/8/layout/hierarchy6"/>
    <dgm:cxn modelId="{6A8D01C8-42CC-F34A-AD1A-24D74274FB6F}" type="presOf" srcId="{2155C153-4EF7-0A42-99A8-6B0DD2EF4380}" destId="{790FEF0C-27AB-9A43-B603-128FBFA09DC8}" srcOrd="0" destOrd="0" presId="urn:microsoft.com/office/officeart/2005/8/layout/hierarchy6"/>
    <dgm:cxn modelId="{DDB13ECD-9182-234D-88F1-4C7F3EFF2B87}" srcId="{C679204C-6439-564D-A3E9-C755B18CAAAC}" destId="{2155C153-4EF7-0A42-99A8-6B0DD2EF4380}" srcOrd="0" destOrd="0" parTransId="{D4D6E89D-A37D-B649-8D9E-56DADE73A438}" sibTransId="{04C73A0F-F850-354F-A2BD-6CCB75002FF4}"/>
    <dgm:cxn modelId="{FBCE12CE-EB4B-D242-9454-FE5F1911BF4B}" srcId="{3EE3DA63-381A-7648-9733-7B59F202A5F7}" destId="{D898A35A-CA2F-2545-9363-68A3469EEB79}" srcOrd="0" destOrd="0" parTransId="{CCD9B762-665F-D047-A582-E9D745B6E041}" sibTransId="{9D1D6F2D-6FF5-7849-953F-84193CCC13B7}"/>
    <dgm:cxn modelId="{EB4742D3-875F-2C46-A75D-3427D789DA71}" srcId="{2DCB1AAB-8C82-3747-A41A-BCABE1BF6B0F}" destId="{69D7DB30-9F03-8447-A623-83C649506148}" srcOrd="1" destOrd="0" parTransId="{932AABB1-0CA7-5A45-9023-BD67E67EA3C0}" sibTransId="{CB08AB8F-69B3-8C46-AA72-127ADE708C8B}"/>
    <dgm:cxn modelId="{4B0D47DF-D649-C249-A42C-4670F774775E}" type="presOf" srcId="{F1409DC7-8C00-4249-8FF5-F02F2440AC61}" destId="{40B93D97-A4AA-B442-8261-77A8E9305376}" srcOrd="0" destOrd="0" presId="urn:microsoft.com/office/officeart/2005/8/layout/hierarchy6"/>
    <dgm:cxn modelId="{FEA65EE4-50F7-FF44-A22D-6C6736798E8F}" srcId="{2880F508-CF97-4C46-ADED-537636CEE780}" destId="{C679204C-6439-564D-A3E9-C755B18CAAAC}" srcOrd="0" destOrd="0" parTransId="{BA9191AE-3C9E-DE41-A553-02BDAE97B2AA}" sibTransId="{7EA24FE1-6BEA-7F4D-BAA4-D96C66179789}"/>
    <dgm:cxn modelId="{D95CE1E8-DE88-534B-AB16-67947C35DE98}" type="presOf" srcId="{2DCB1AAB-8C82-3747-A41A-BCABE1BF6B0F}" destId="{EA58B8A4-6442-A741-A29B-A261CF8294A6}" srcOrd="0" destOrd="0" presId="urn:microsoft.com/office/officeart/2005/8/layout/hierarchy6"/>
    <dgm:cxn modelId="{121A0BEA-F2CC-5E46-9953-5650085D1B66}" srcId="{C11094E1-D2BA-744F-92C0-E9E15D40069F}" destId="{719C4FA5-759F-634E-B149-D4A0223A8F76}" srcOrd="1" destOrd="0" parTransId="{462A938F-2A85-F84E-8BAD-16A88E0A8D4F}" sibTransId="{27A8564D-CC65-6C4F-8BF0-2BB55955BDB6}"/>
    <dgm:cxn modelId="{61308BEA-251C-FE41-A528-B65243EC8D27}" srcId="{C28EFFD2-6C03-034D-8B26-361FD567E1EB}" destId="{6890E4C1-A88B-B04F-8BB1-089846DAD923}" srcOrd="1" destOrd="0" parTransId="{C5AD9E85-FBC9-1F47-9DB0-EA0CEB6A1E24}" sibTransId="{AB19E0AE-1486-CF4A-9F9D-A6BEDD9C0ECA}"/>
    <dgm:cxn modelId="{8FDCB5EA-E837-1D40-BCA6-1F66990A6182}" type="presOf" srcId="{2D474894-4956-1D46-BC4E-D45B4EFFC37A}" destId="{6F1C50DD-288A-AB45-81FC-4A0037131875}" srcOrd="0" destOrd="0" presId="urn:microsoft.com/office/officeart/2005/8/layout/hierarchy6"/>
    <dgm:cxn modelId="{4DC8F3EB-87DA-C94D-8B6C-9EFE577E4D71}" srcId="{05ECE81F-627C-D04B-AB0A-D92EFB88F51E}" destId="{D7FCAC2A-DC6B-C34C-B8E0-5670A50F57A9}" srcOrd="0" destOrd="0" parTransId="{455570FD-5B63-4048-85CA-09F096C167ED}" sibTransId="{3A626BE6-3130-B44C-A54B-9060F4B6C166}"/>
    <dgm:cxn modelId="{2AAB35EC-E1E3-4045-B433-0AB959286B31}" type="presOf" srcId="{932AABB1-0CA7-5A45-9023-BD67E67EA3C0}" destId="{F4B9F306-F5A8-C548-A465-5C45A09ABADA}" srcOrd="0" destOrd="0" presId="urn:microsoft.com/office/officeart/2005/8/layout/hierarchy6"/>
    <dgm:cxn modelId="{FA96DAF1-7A59-F841-9F14-01D9A08398BA}" type="presOf" srcId="{3EE3DA63-381A-7648-9733-7B59F202A5F7}" destId="{8B36F25B-C5F7-9546-B7F9-5B517B9B3482}" srcOrd="0" destOrd="0" presId="urn:microsoft.com/office/officeart/2005/8/layout/hierarchy6"/>
    <dgm:cxn modelId="{F3DE0EFF-8DE9-6E43-B221-D8F1DBE6A6FD}" srcId="{69D7DB30-9F03-8447-A623-83C649506148}" destId="{05ECE81F-627C-D04B-AB0A-D92EFB88F51E}" srcOrd="0" destOrd="0" parTransId="{BF35C86B-AF7A-9942-B638-9CB429214B06}" sibTransId="{E9314E05-8C7F-7A47-9187-C3158B140BFD}"/>
    <dgm:cxn modelId="{CC74B823-5BB1-3F45-8EDA-65DC82C26319}" type="presParOf" srcId="{797D0808-AE7A-8940-9C79-3B13C915EDC5}" destId="{DBAA29F7-3503-CB42-B98F-2E7770FEE38C}" srcOrd="0" destOrd="0" presId="urn:microsoft.com/office/officeart/2005/8/layout/hierarchy6"/>
    <dgm:cxn modelId="{F66D3523-EB78-2545-B194-DACDA3D16B8D}" type="presParOf" srcId="{DBAA29F7-3503-CB42-B98F-2E7770FEE38C}" destId="{3F56FA31-513F-8E47-8B7F-7F062D64A1A0}" srcOrd="0" destOrd="0" presId="urn:microsoft.com/office/officeart/2005/8/layout/hierarchy6"/>
    <dgm:cxn modelId="{6E548DBF-2562-A34B-BD07-8B9476B162E6}" type="presParOf" srcId="{DBAA29F7-3503-CB42-B98F-2E7770FEE38C}" destId="{4CD564C5-DD5B-E640-86ED-9AEB55083840}" srcOrd="1" destOrd="0" presId="urn:microsoft.com/office/officeart/2005/8/layout/hierarchy6"/>
    <dgm:cxn modelId="{290472B2-D181-8743-ABD3-A99671A5D4A8}" type="presParOf" srcId="{4CD564C5-DD5B-E640-86ED-9AEB55083840}" destId="{BFC10D34-4BFA-FF47-97D6-DDF6C3DEDBDE}" srcOrd="0" destOrd="0" presId="urn:microsoft.com/office/officeart/2005/8/layout/hierarchy6"/>
    <dgm:cxn modelId="{790D560C-112B-7149-8678-76B9523C0E72}" type="presParOf" srcId="{BFC10D34-4BFA-FF47-97D6-DDF6C3DEDBDE}" destId="{74A0D09A-AE7B-A947-87D8-BCFA7A093962}" srcOrd="0" destOrd="0" presId="urn:microsoft.com/office/officeart/2005/8/layout/hierarchy6"/>
    <dgm:cxn modelId="{3FF0C71E-C4C7-994D-9873-A5F09380206C}" type="presParOf" srcId="{BFC10D34-4BFA-FF47-97D6-DDF6C3DEDBDE}" destId="{92987FC7-C31D-3646-9449-48F0ED24A5F9}" srcOrd="1" destOrd="0" presId="urn:microsoft.com/office/officeart/2005/8/layout/hierarchy6"/>
    <dgm:cxn modelId="{8EB77544-4147-D740-80B8-57C986B755D0}" type="presParOf" srcId="{92987FC7-C31D-3646-9449-48F0ED24A5F9}" destId="{848E5F57-3549-4E48-9BF7-D7192A242FC0}" srcOrd="0" destOrd="0" presId="urn:microsoft.com/office/officeart/2005/8/layout/hierarchy6"/>
    <dgm:cxn modelId="{F5408B5E-2581-4F47-A8E0-68254A559541}" type="presParOf" srcId="{92987FC7-C31D-3646-9449-48F0ED24A5F9}" destId="{35F1C553-8265-5444-8EF9-FC178F8114E0}" srcOrd="1" destOrd="0" presId="urn:microsoft.com/office/officeart/2005/8/layout/hierarchy6"/>
    <dgm:cxn modelId="{0B8CEE41-731F-0C48-ADB5-99DF4B93A5B9}" type="presParOf" srcId="{35F1C553-8265-5444-8EF9-FC178F8114E0}" destId="{9C15C876-BE5D-8F48-8364-7540B7EA3277}" srcOrd="0" destOrd="0" presId="urn:microsoft.com/office/officeart/2005/8/layout/hierarchy6"/>
    <dgm:cxn modelId="{1196908B-2C60-0E48-A90B-4629A2EEB930}" type="presParOf" srcId="{35F1C553-8265-5444-8EF9-FC178F8114E0}" destId="{EB150278-55C7-A04C-B8A2-F8D17651274C}" srcOrd="1" destOrd="0" presId="urn:microsoft.com/office/officeart/2005/8/layout/hierarchy6"/>
    <dgm:cxn modelId="{1C1B1A3F-2559-7442-B3A9-DD33CF127745}" type="presParOf" srcId="{EB150278-55C7-A04C-B8A2-F8D17651274C}" destId="{8681C9DB-0C42-0842-8343-896A310F3AA8}" srcOrd="0" destOrd="0" presId="urn:microsoft.com/office/officeart/2005/8/layout/hierarchy6"/>
    <dgm:cxn modelId="{A4218822-B1AA-8A49-B66B-D413EEA48398}" type="presParOf" srcId="{EB150278-55C7-A04C-B8A2-F8D17651274C}" destId="{8104B775-5EF5-3F47-A230-AF9925DA4E83}" srcOrd="1" destOrd="0" presId="urn:microsoft.com/office/officeart/2005/8/layout/hierarchy6"/>
    <dgm:cxn modelId="{C4D63126-8C6D-5F43-B455-09E7FC3B274B}" type="presParOf" srcId="{8104B775-5EF5-3F47-A230-AF9925DA4E83}" destId="{790FEF0C-27AB-9A43-B603-128FBFA09DC8}" srcOrd="0" destOrd="0" presId="urn:microsoft.com/office/officeart/2005/8/layout/hierarchy6"/>
    <dgm:cxn modelId="{91490DD8-CEF5-844B-9F47-B1D238DB2B23}" type="presParOf" srcId="{8104B775-5EF5-3F47-A230-AF9925DA4E83}" destId="{E3814B6B-0D50-2141-8086-9BC59B60214D}" srcOrd="1" destOrd="0" presId="urn:microsoft.com/office/officeart/2005/8/layout/hierarchy6"/>
    <dgm:cxn modelId="{CB7E4D4B-9C7A-5B41-A80E-75BC92D1B15E}" type="presParOf" srcId="{E3814B6B-0D50-2141-8086-9BC59B60214D}" destId="{E7E688CA-B0BA-6347-AE5A-2C45B1F8037B}" srcOrd="0" destOrd="0" presId="urn:microsoft.com/office/officeart/2005/8/layout/hierarchy6"/>
    <dgm:cxn modelId="{106F7C85-E3E7-F947-A683-9EE634506AF6}" type="presParOf" srcId="{E3814B6B-0D50-2141-8086-9BC59B60214D}" destId="{89AE59B6-9580-9D47-9099-4D2ABAE9AEEC}" srcOrd="1" destOrd="0" presId="urn:microsoft.com/office/officeart/2005/8/layout/hierarchy6"/>
    <dgm:cxn modelId="{7AE78A04-3CED-E64A-96C3-12D325587D13}" type="presParOf" srcId="{89AE59B6-9580-9D47-9099-4D2ABAE9AEEC}" destId="{6CB931D1-960A-8845-A9B6-417DE61F8999}" srcOrd="0" destOrd="0" presId="urn:microsoft.com/office/officeart/2005/8/layout/hierarchy6"/>
    <dgm:cxn modelId="{4CD9E4C5-743A-A04A-B270-3E9E85582D07}" type="presParOf" srcId="{89AE59B6-9580-9D47-9099-4D2ABAE9AEEC}" destId="{749A7501-7C7B-F94C-BFF4-D997370CE7EF}" srcOrd="1" destOrd="0" presId="urn:microsoft.com/office/officeart/2005/8/layout/hierarchy6"/>
    <dgm:cxn modelId="{C36D414F-78CC-E549-A91E-DBA5439BE684}" type="presParOf" srcId="{749A7501-7C7B-F94C-BFF4-D997370CE7EF}" destId="{AC7175C3-40C6-7C49-9286-7BC714C0BE33}" srcOrd="0" destOrd="0" presId="urn:microsoft.com/office/officeart/2005/8/layout/hierarchy6"/>
    <dgm:cxn modelId="{673666E2-A2F0-534F-AFB8-04A599E1CA89}" type="presParOf" srcId="{749A7501-7C7B-F94C-BFF4-D997370CE7EF}" destId="{77C6437D-DEBA-4841-A52A-7B6B2993B85B}" srcOrd="1" destOrd="0" presId="urn:microsoft.com/office/officeart/2005/8/layout/hierarchy6"/>
    <dgm:cxn modelId="{CC876F05-5354-BE4A-B123-E3FD0A198721}" type="presParOf" srcId="{77C6437D-DEBA-4841-A52A-7B6B2993B85B}" destId="{AA1CC3EF-3CEA-6C4A-A41E-E7FA0299CA26}" srcOrd="0" destOrd="0" presId="urn:microsoft.com/office/officeart/2005/8/layout/hierarchy6"/>
    <dgm:cxn modelId="{E086AF98-88CF-BB4E-B3CD-6FAAD96F7F25}" type="presParOf" srcId="{77C6437D-DEBA-4841-A52A-7B6B2993B85B}" destId="{47BCDFC6-64B4-D04A-9865-A870547A4C93}" srcOrd="1" destOrd="0" presId="urn:microsoft.com/office/officeart/2005/8/layout/hierarchy6"/>
    <dgm:cxn modelId="{BDF9B0C6-4264-6140-B72A-9370798EF2F2}" type="presParOf" srcId="{EB150278-55C7-A04C-B8A2-F8D17651274C}" destId="{65B2F8F6-0DD9-5A45-903F-B69BF4B60F2A}" srcOrd="2" destOrd="0" presId="urn:microsoft.com/office/officeart/2005/8/layout/hierarchy6"/>
    <dgm:cxn modelId="{2A38CB35-BD23-FD44-B4A0-EACBBF7FE6B8}" type="presParOf" srcId="{EB150278-55C7-A04C-B8A2-F8D17651274C}" destId="{D7240BAB-BA36-3E4F-BF88-9B5EA190D2E3}" srcOrd="3" destOrd="0" presId="urn:microsoft.com/office/officeart/2005/8/layout/hierarchy6"/>
    <dgm:cxn modelId="{13E30490-F023-824B-A013-4020F250135E}" type="presParOf" srcId="{D7240BAB-BA36-3E4F-BF88-9B5EA190D2E3}" destId="{8B36F25B-C5F7-9546-B7F9-5B517B9B3482}" srcOrd="0" destOrd="0" presId="urn:microsoft.com/office/officeart/2005/8/layout/hierarchy6"/>
    <dgm:cxn modelId="{275DDD07-5849-4042-828B-449D2261C383}" type="presParOf" srcId="{D7240BAB-BA36-3E4F-BF88-9B5EA190D2E3}" destId="{F4986A96-0020-114E-A787-50F3499B959A}" srcOrd="1" destOrd="0" presId="urn:microsoft.com/office/officeart/2005/8/layout/hierarchy6"/>
    <dgm:cxn modelId="{6088BCE3-7C48-C141-BA23-21993912A398}" type="presParOf" srcId="{F4986A96-0020-114E-A787-50F3499B959A}" destId="{66AF5F28-DD5D-8C46-A7B6-566FC9010140}" srcOrd="0" destOrd="0" presId="urn:microsoft.com/office/officeart/2005/8/layout/hierarchy6"/>
    <dgm:cxn modelId="{317B267E-4B4E-8643-A82F-9BE0FC2F22FC}" type="presParOf" srcId="{F4986A96-0020-114E-A787-50F3499B959A}" destId="{BCDBBCD1-D2BA-8F45-8F99-4C15B336FE61}" srcOrd="1" destOrd="0" presId="urn:microsoft.com/office/officeart/2005/8/layout/hierarchy6"/>
    <dgm:cxn modelId="{071A5471-A1E9-2E42-8A48-5FA18D37DC51}" type="presParOf" srcId="{BCDBBCD1-D2BA-8F45-8F99-4C15B336FE61}" destId="{7F6E74F9-8714-8C47-997B-DAE60AC8AA6B}" srcOrd="0" destOrd="0" presId="urn:microsoft.com/office/officeart/2005/8/layout/hierarchy6"/>
    <dgm:cxn modelId="{721CEAF9-36E6-3743-A391-D2FB706E29BF}" type="presParOf" srcId="{BCDBBCD1-D2BA-8F45-8F99-4C15B336FE61}" destId="{D5FAC5AF-8257-B440-BD30-D1EC5516D41B}" srcOrd="1" destOrd="0" presId="urn:microsoft.com/office/officeart/2005/8/layout/hierarchy6"/>
    <dgm:cxn modelId="{F58445C8-B820-FB4D-9F8F-08504ACFB049}" type="presParOf" srcId="{D5FAC5AF-8257-B440-BD30-D1EC5516D41B}" destId="{F09FBD9E-A720-CD4F-A239-C31A163420D3}" srcOrd="0" destOrd="0" presId="urn:microsoft.com/office/officeart/2005/8/layout/hierarchy6"/>
    <dgm:cxn modelId="{31F90415-346A-9945-A969-8FB1EDBBC60F}" type="presParOf" srcId="{D5FAC5AF-8257-B440-BD30-D1EC5516D41B}" destId="{18295D46-D6FC-434F-8304-1BE76B770686}" srcOrd="1" destOrd="0" presId="urn:microsoft.com/office/officeart/2005/8/layout/hierarchy6"/>
    <dgm:cxn modelId="{67A62654-7C66-1C4C-8C13-1E887E0DFA94}" type="presParOf" srcId="{18295D46-D6FC-434F-8304-1BE76B770686}" destId="{6F1C50DD-288A-AB45-81FC-4A0037131875}" srcOrd="0" destOrd="0" presId="urn:microsoft.com/office/officeart/2005/8/layout/hierarchy6"/>
    <dgm:cxn modelId="{41C2690D-195D-5344-8E35-7F24162DD0D2}" type="presParOf" srcId="{18295D46-D6FC-434F-8304-1BE76B770686}" destId="{A0048FD2-9F5E-3C4A-B1AB-0CE1AD018767}" srcOrd="1" destOrd="0" presId="urn:microsoft.com/office/officeart/2005/8/layout/hierarchy6"/>
    <dgm:cxn modelId="{D8D3A3CB-215E-134C-8E01-45B3749F473F}" type="presParOf" srcId="{F4986A96-0020-114E-A787-50F3499B959A}" destId="{3809BE24-A202-944D-A8A6-50BA960F036B}" srcOrd="2" destOrd="0" presId="urn:microsoft.com/office/officeart/2005/8/layout/hierarchy6"/>
    <dgm:cxn modelId="{A136DB5C-C6BC-334D-B6C9-57B0F9D0DFBA}" type="presParOf" srcId="{F4986A96-0020-114E-A787-50F3499B959A}" destId="{2F230704-37F8-704B-A0D6-658A6F844061}" srcOrd="3" destOrd="0" presId="urn:microsoft.com/office/officeart/2005/8/layout/hierarchy6"/>
    <dgm:cxn modelId="{1245504E-879A-1D4C-BD49-CED74F1BCEB7}" type="presParOf" srcId="{2F230704-37F8-704B-A0D6-658A6F844061}" destId="{C9BC08CC-4B0B-1247-9F93-B0CED89FD641}" srcOrd="0" destOrd="0" presId="urn:microsoft.com/office/officeart/2005/8/layout/hierarchy6"/>
    <dgm:cxn modelId="{0566E9C0-CAF3-1643-B273-82C553D2F3FD}" type="presParOf" srcId="{2F230704-37F8-704B-A0D6-658A6F844061}" destId="{1FAF5AF3-06D8-9041-87E6-A49565478EFC}" srcOrd="1" destOrd="0" presId="urn:microsoft.com/office/officeart/2005/8/layout/hierarchy6"/>
    <dgm:cxn modelId="{0DC1BF04-BCF8-A14E-ABDB-73031156675E}" type="presParOf" srcId="{1FAF5AF3-06D8-9041-87E6-A49565478EFC}" destId="{F74FBE11-A6B4-B149-8E7F-D09DDEEC7694}" srcOrd="0" destOrd="0" presId="urn:microsoft.com/office/officeart/2005/8/layout/hierarchy6"/>
    <dgm:cxn modelId="{2D3212DA-5F78-AB49-966A-A9D19C8DF88C}" type="presParOf" srcId="{1FAF5AF3-06D8-9041-87E6-A49565478EFC}" destId="{ED62A953-F881-8F45-8F1C-5BE658AF9000}" srcOrd="1" destOrd="0" presId="urn:microsoft.com/office/officeart/2005/8/layout/hierarchy6"/>
    <dgm:cxn modelId="{F36432EE-00FF-454B-AE65-23E0ADD2C7DA}" type="presParOf" srcId="{ED62A953-F881-8F45-8F1C-5BE658AF9000}" destId="{5A941406-84C7-3E4B-9791-216F62F8BFEB}" srcOrd="0" destOrd="0" presId="urn:microsoft.com/office/officeart/2005/8/layout/hierarchy6"/>
    <dgm:cxn modelId="{DF65EF7E-F334-FB40-9D34-D2670631BE56}" type="presParOf" srcId="{ED62A953-F881-8F45-8F1C-5BE658AF9000}" destId="{A9A6EF56-60A7-6A43-840A-D5E6CF1DC9BF}" srcOrd="1" destOrd="0" presId="urn:microsoft.com/office/officeart/2005/8/layout/hierarchy6"/>
    <dgm:cxn modelId="{2826F976-E8FD-BB47-A98F-A62DF76E3EAC}" type="presParOf" srcId="{92987FC7-C31D-3646-9449-48F0ED24A5F9}" destId="{CBD7DE1D-8D05-934B-929D-D26542C04AF3}" srcOrd="2" destOrd="0" presId="urn:microsoft.com/office/officeart/2005/8/layout/hierarchy6"/>
    <dgm:cxn modelId="{D45EFDAC-ACEF-824F-B964-282BD09A1E90}" type="presParOf" srcId="{92987FC7-C31D-3646-9449-48F0ED24A5F9}" destId="{87B7AE99-5B02-3345-BFE6-D22674D35BBE}" srcOrd="3" destOrd="0" presId="urn:microsoft.com/office/officeart/2005/8/layout/hierarchy6"/>
    <dgm:cxn modelId="{87B485D2-3A56-3744-BF1C-FC44ED3A7A65}" type="presParOf" srcId="{87B7AE99-5B02-3345-BFE6-D22674D35BBE}" destId="{EA58B8A4-6442-A741-A29B-A261CF8294A6}" srcOrd="0" destOrd="0" presId="urn:microsoft.com/office/officeart/2005/8/layout/hierarchy6"/>
    <dgm:cxn modelId="{11F4C325-8B7F-9E44-BCF0-E844E0986C5E}" type="presParOf" srcId="{87B7AE99-5B02-3345-BFE6-D22674D35BBE}" destId="{A396E360-EB69-E548-A962-61C42A7B1BDB}" srcOrd="1" destOrd="0" presId="urn:microsoft.com/office/officeart/2005/8/layout/hierarchy6"/>
    <dgm:cxn modelId="{98FC014A-98DD-A64B-A37D-258026345CA3}" type="presParOf" srcId="{A396E360-EB69-E548-A962-61C42A7B1BDB}" destId="{CBE016BA-6CFD-F346-A970-F85A0DE8228E}" srcOrd="0" destOrd="0" presId="urn:microsoft.com/office/officeart/2005/8/layout/hierarchy6"/>
    <dgm:cxn modelId="{A501667D-FFFB-A348-827F-90EE2014B608}" type="presParOf" srcId="{A396E360-EB69-E548-A962-61C42A7B1BDB}" destId="{E7B908DB-0C28-FD4D-B63C-AB25AAD6F026}" srcOrd="1" destOrd="0" presId="urn:microsoft.com/office/officeart/2005/8/layout/hierarchy6"/>
    <dgm:cxn modelId="{D59BDAFC-5778-0B48-A275-CED6A61A6ECE}" type="presParOf" srcId="{E7B908DB-0C28-FD4D-B63C-AB25AAD6F026}" destId="{1612BE6D-A214-8447-AD88-561563634CCE}" srcOrd="0" destOrd="0" presId="urn:microsoft.com/office/officeart/2005/8/layout/hierarchy6"/>
    <dgm:cxn modelId="{E6C4ED1D-FFA6-7A4A-AA03-FBB6967665BA}" type="presParOf" srcId="{E7B908DB-0C28-FD4D-B63C-AB25AAD6F026}" destId="{2C54667A-AA51-4841-8A79-F28D8775CB3E}" srcOrd="1" destOrd="0" presId="urn:microsoft.com/office/officeart/2005/8/layout/hierarchy6"/>
    <dgm:cxn modelId="{C3D6EFCA-A8CF-FD45-A602-1D64B564AFD0}" type="presParOf" srcId="{2C54667A-AA51-4841-8A79-F28D8775CB3E}" destId="{A089F4F0-B0E0-894A-8802-599CEDE8BD77}" srcOrd="0" destOrd="0" presId="urn:microsoft.com/office/officeart/2005/8/layout/hierarchy6"/>
    <dgm:cxn modelId="{3CA3A5D6-A45C-F743-BE48-04026D6EDB8E}" type="presParOf" srcId="{2C54667A-AA51-4841-8A79-F28D8775CB3E}" destId="{279EB6DB-0537-5F40-ACF0-478EE6A58DED}" srcOrd="1" destOrd="0" presId="urn:microsoft.com/office/officeart/2005/8/layout/hierarchy6"/>
    <dgm:cxn modelId="{0505D87A-131F-A342-A8CF-BC5FDD16CAA2}" type="presParOf" srcId="{279EB6DB-0537-5F40-ACF0-478EE6A58DED}" destId="{40B93D97-A4AA-B442-8261-77A8E9305376}" srcOrd="0" destOrd="0" presId="urn:microsoft.com/office/officeart/2005/8/layout/hierarchy6"/>
    <dgm:cxn modelId="{483193F8-9809-0143-A880-8B11C3EF7254}" type="presParOf" srcId="{279EB6DB-0537-5F40-ACF0-478EE6A58DED}" destId="{4106FD75-0842-0C45-88E8-8CBA2ECA0D1C}" srcOrd="1" destOrd="0" presId="urn:microsoft.com/office/officeart/2005/8/layout/hierarchy6"/>
    <dgm:cxn modelId="{755E0D35-796E-FB4B-AB6F-826DEFBFD919}" type="presParOf" srcId="{4106FD75-0842-0C45-88E8-8CBA2ECA0D1C}" destId="{FBBB18F4-EF61-4644-9A52-2A5F81413501}" srcOrd="0" destOrd="0" presId="urn:microsoft.com/office/officeart/2005/8/layout/hierarchy6"/>
    <dgm:cxn modelId="{7A531CCB-F68A-E549-9D01-B3C415D5357F}" type="presParOf" srcId="{4106FD75-0842-0C45-88E8-8CBA2ECA0D1C}" destId="{63B217E1-5DF3-C548-89E5-5C971BBC67C4}" srcOrd="1" destOrd="0" presId="urn:microsoft.com/office/officeart/2005/8/layout/hierarchy6"/>
    <dgm:cxn modelId="{136B722E-7BE4-5346-99DF-480F1E14D82F}" type="presParOf" srcId="{63B217E1-5DF3-C548-89E5-5C971BBC67C4}" destId="{B401FB86-DF6A-A047-BCBC-5A55822B4EF6}" srcOrd="0" destOrd="0" presId="urn:microsoft.com/office/officeart/2005/8/layout/hierarchy6"/>
    <dgm:cxn modelId="{6E2CE1CA-A72A-744C-BE4F-2E0A4056A1ED}" type="presParOf" srcId="{63B217E1-5DF3-C548-89E5-5C971BBC67C4}" destId="{F7F92203-0472-B746-A00F-5F378B98365D}" srcOrd="1" destOrd="0" presId="urn:microsoft.com/office/officeart/2005/8/layout/hierarchy6"/>
    <dgm:cxn modelId="{598E3109-8B92-E445-AAFA-228FF33AA906}" type="presParOf" srcId="{2C54667A-AA51-4841-8A79-F28D8775CB3E}" destId="{FC3B64D0-D65B-B84A-BC8D-1A5A9A8CAF9B}" srcOrd="2" destOrd="0" presId="urn:microsoft.com/office/officeart/2005/8/layout/hierarchy6"/>
    <dgm:cxn modelId="{2F4C572B-610F-7B4D-9C91-F92BD8B26C4A}" type="presParOf" srcId="{2C54667A-AA51-4841-8A79-F28D8775CB3E}" destId="{EC49CCF4-3575-7A46-9096-7CAB439BC376}" srcOrd="3" destOrd="0" presId="urn:microsoft.com/office/officeart/2005/8/layout/hierarchy6"/>
    <dgm:cxn modelId="{209B5418-FBDA-474D-8C89-639FA150AD04}" type="presParOf" srcId="{EC49CCF4-3575-7A46-9096-7CAB439BC376}" destId="{B404AE65-3957-5A44-8F65-FFC19B07C367}" srcOrd="0" destOrd="0" presId="urn:microsoft.com/office/officeart/2005/8/layout/hierarchy6"/>
    <dgm:cxn modelId="{9C420E11-5BC2-2F46-8885-844AA59B2DA9}" type="presParOf" srcId="{EC49CCF4-3575-7A46-9096-7CAB439BC376}" destId="{5800FF22-F295-2743-B6CF-FAE8BA253A4E}" srcOrd="1" destOrd="0" presId="urn:microsoft.com/office/officeart/2005/8/layout/hierarchy6"/>
    <dgm:cxn modelId="{BEC0FBEF-7C6F-FD47-BEA7-8BD06BEEE712}" type="presParOf" srcId="{5800FF22-F295-2743-B6CF-FAE8BA253A4E}" destId="{249C977D-1D4E-0F4E-B739-9FFB733129CA}" srcOrd="0" destOrd="0" presId="urn:microsoft.com/office/officeart/2005/8/layout/hierarchy6"/>
    <dgm:cxn modelId="{2338C6B8-A4D5-6F4E-97F6-9F503CCF5E99}" type="presParOf" srcId="{5800FF22-F295-2743-B6CF-FAE8BA253A4E}" destId="{874D96A0-FD12-6343-A9BA-A38F0D564ED9}" srcOrd="1" destOrd="0" presId="urn:microsoft.com/office/officeart/2005/8/layout/hierarchy6"/>
    <dgm:cxn modelId="{C74A9ACD-1CD1-D945-A434-0FB01A03457F}" type="presParOf" srcId="{874D96A0-FD12-6343-A9BA-A38F0D564ED9}" destId="{CE29ECEC-4CBA-EF4E-8795-42AA16BFE980}" srcOrd="0" destOrd="0" presId="urn:microsoft.com/office/officeart/2005/8/layout/hierarchy6"/>
    <dgm:cxn modelId="{09E898F4-5DE3-9645-9F9F-129C2A6E1995}" type="presParOf" srcId="{874D96A0-FD12-6343-A9BA-A38F0D564ED9}" destId="{65A034E0-8E7D-1140-BCE2-AB9EC93BC814}" srcOrd="1" destOrd="0" presId="urn:microsoft.com/office/officeart/2005/8/layout/hierarchy6"/>
    <dgm:cxn modelId="{74A7D273-735A-584E-8068-A9A968F6B3A9}" type="presParOf" srcId="{A396E360-EB69-E548-A962-61C42A7B1BDB}" destId="{F4B9F306-F5A8-C548-A465-5C45A09ABADA}" srcOrd="2" destOrd="0" presId="urn:microsoft.com/office/officeart/2005/8/layout/hierarchy6"/>
    <dgm:cxn modelId="{6987DD32-9501-1747-87B3-88CB01F728BF}" type="presParOf" srcId="{A396E360-EB69-E548-A962-61C42A7B1BDB}" destId="{9FC06C6B-A98E-E74D-8BD1-E0F3F5871F5C}" srcOrd="3" destOrd="0" presId="urn:microsoft.com/office/officeart/2005/8/layout/hierarchy6"/>
    <dgm:cxn modelId="{3F167440-DF3F-1A40-8DFE-E6C5355000E4}" type="presParOf" srcId="{9FC06C6B-A98E-E74D-8BD1-E0F3F5871F5C}" destId="{3FB45151-BC35-934D-A443-50FF33624F17}" srcOrd="0" destOrd="0" presId="urn:microsoft.com/office/officeart/2005/8/layout/hierarchy6"/>
    <dgm:cxn modelId="{3F35E668-215A-9548-8D56-25BC0E8A1D85}" type="presParOf" srcId="{9FC06C6B-A98E-E74D-8BD1-E0F3F5871F5C}" destId="{D4E88E76-1A64-8C43-B84F-19D6BFF8843D}" srcOrd="1" destOrd="0" presId="urn:microsoft.com/office/officeart/2005/8/layout/hierarchy6"/>
    <dgm:cxn modelId="{0A6B0CF9-7573-A44C-90EE-9DDD8179963E}" type="presParOf" srcId="{D4E88E76-1A64-8C43-B84F-19D6BFF8843D}" destId="{81117A2E-163C-2E49-B2A9-4CD38F0A1D70}" srcOrd="0" destOrd="0" presId="urn:microsoft.com/office/officeart/2005/8/layout/hierarchy6"/>
    <dgm:cxn modelId="{7895BA0C-CFF3-BE4C-80A5-59E7D84254C6}" type="presParOf" srcId="{D4E88E76-1A64-8C43-B84F-19D6BFF8843D}" destId="{B23CE4F2-B9D8-2047-B593-FAE6F2EEE18D}" srcOrd="1" destOrd="0" presId="urn:microsoft.com/office/officeart/2005/8/layout/hierarchy6"/>
    <dgm:cxn modelId="{AF693D11-5139-E641-8BC7-2C7A3BB77D22}" type="presParOf" srcId="{B23CE4F2-B9D8-2047-B593-FAE6F2EEE18D}" destId="{46EB3B03-69DE-704B-9F2B-16113641C9C1}" srcOrd="0" destOrd="0" presId="urn:microsoft.com/office/officeart/2005/8/layout/hierarchy6"/>
    <dgm:cxn modelId="{3D22018B-310E-6240-81FD-ACAE878F2F07}" type="presParOf" srcId="{B23CE4F2-B9D8-2047-B593-FAE6F2EEE18D}" destId="{39D893FD-0D62-0B43-BAFE-A8941F86C8CE}" srcOrd="1" destOrd="0" presId="urn:microsoft.com/office/officeart/2005/8/layout/hierarchy6"/>
    <dgm:cxn modelId="{59799E85-DB01-234F-8D64-1DA6080F6AB2}" type="presParOf" srcId="{39D893FD-0D62-0B43-BAFE-A8941F86C8CE}" destId="{240BD3EC-2517-7F4D-BA97-32EDD0D994E8}" srcOrd="0" destOrd="0" presId="urn:microsoft.com/office/officeart/2005/8/layout/hierarchy6"/>
    <dgm:cxn modelId="{55137845-160D-1F47-BC39-D52CB20C9640}" type="presParOf" srcId="{39D893FD-0D62-0B43-BAFE-A8941F86C8CE}" destId="{C2E20A79-C109-7B4C-AC05-1005E0233B32}" srcOrd="1" destOrd="0" presId="urn:microsoft.com/office/officeart/2005/8/layout/hierarchy6"/>
    <dgm:cxn modelId="{04969110-6CF9-0D46-A87E-FAC0BBF69119}" type="presParOf" srcId="{C2E20A79-C109-7B4C-AC05-1005E0233B32}" destId="{2E5C41C7-B7AC-DD4D-9705-F775F78620D5}" srcOrd="0" destOrd="0" presId="urn:microsoft.com/office/officeart/2005/8/layout/hierarchy6"/>
    <dgm:cxn modelId="{7A057437-C14A-AD40-B2E7-D425F9957A6D}" type="presParOf" srcId="{C2E20A79-C109-7B4C-AC05-1005E0233B32}" destId="{A14900B6-4183-9C45-8A60-1B70068AE54A}" srcOrd="1" destOrd="0" presId="urn:microsoft.com/office/officeart/2005/8/layout/hierarchy6"/>
    <dgm:cxn modelId="{7FC899AB-DC0B-694B-AF25-98F553768DC7}" type="presParOf" srcId="{797D0808-AE7A-8940-9C79-3B13C915EDC5}" destId="{5E4C9636-7285-7B4F-879B-1350636DA215}" srcOrd="1" destOrd="0" presId="urn:microsoft.com/office/officeart/2005/8/layout/hierarchy6"/>
    <dgm:cxn modelId="{5EBFC915-FF6D-9042-888D-F25087035024}" type="presParOf" srcId="{5E4C9636-7285-7B4F-879B-1350636DA215}" destId="{B6E7CC73-A826-4D4D-8E94-A5BB03D6F7B5}" srcOrd="0" destOrd="0" presId="urn:microsoft.com/office/officeart/2005/8/layout/hierarchy6"/>
    <dgm:cxn modelId="{32636159-5AEF-5042-BF78-24972D76025B}" type="presParOf" srcId="{B6E7CC73-A826-4D4D-8E94-A5BB03D6F7B5}" destId="{8BD55588-4678-5542-A4B4-C5269E8A4E33}" srcOrd="0" destOrd="0" presId="urn:microsoft.com/office/officeart/2005/8/layout/hierarchy6"/>
    <dgm:cxn modelId="{1C36650D-1BD3-9E4F-89F2-62321814C934}" type="presParOf" srcId="{B6E7CC73-A826-4D4D-8E94-A5BB03D6F7B5}" destId="{D66CE501-91AA-DA4F-85F4-2DCFD851D4D9}" srcOrd="1" destOrd="0" presId="urn:microsoft.com/office/officeart/2005/8/layout/hierarchy6"/>
    <dgm:cxn modelId="{DA8FC63B-2516-E04E-A0B5-EF7DCFE4812E}" type="presParOf" srcId="{5E4C9636-7285-7B4F-879B-1350636DA215}" destId="{DB38CF35-A027-3F4E-9E43-160FD03D18F1}" srcOrd="1" destOrd="0" presId="urn:microsoft.com/office/officeart/2005/8/layout/hierarchy6"/>
    <dgm:cxn modelId="{14E41329-F452-3347-AFAC-97BCCE6521EF}" type="presParOf" srcId="{DB38CF35-A027-3F4E-9E43-160FD03D18F1}" destId="{9E6B5B52-32BD-BB45-A252-663B32754233}" srcOrd="0" destOrd="0" presId="urn:microsoft.com/office/officeart/2005/8/layout/hierarchy6"/>
    <dgm:cxn modelId="{41E36E3F-5A92-574B-B389-8079EB0E00CE}" type="presParOf" srcId="{5E4C9636-7285-7B4F-879B-1350636DA215}" destId="{A474F73D-96A3-4949-BDD4-F476D42F269A}" srcOrd="2" destOrd="0" presId="urn:microsoft.com/office/officeart/2005/8/layout/hierarchy6"/>
    <dgm:cxn modelId="{B3D7885D-AA86-3048-A6B8-11A6DD99096C}" type="presParOf" srcId="{A474F73D-96A3-4949-BDD4-F476D42F269A}" destId="{01A8851F-7AB1-C44D-A69A-D4E59505F4BA}" srcOrd="0" destOrd="0" presId="urn:microsoft.com/office/officeart/2005/8/layout/hierarchy6"/>
    <dgm:cxn modelId="{71089521-655E-D447-B0C3-FE558D9CC981}" type="presParOf" srcId="{A474F73D-96A3-4949-BDD4-F476D42F269A}" destId="{6D0E4BB7-CEF9-3147-A38B-6C8A3BB460B7}" srcOrd="1" destOrd="0" presId="urn:microsoft.com/office/officeart/2005/8/layout/hierarchy6"/>
    <dgm:cxn modelId="{2A5BA1EC-30A2-E149-880D-4B0951EF6AC4}" type="presParOf" srcId="{5E4C9636-7285-7B4F-879B-1350636DA215}" destId="{A9FD3276-7D10-3F47-BADF-A5A61849EBD1}" srcOrd="3" destOrd="0" presId="urn:microsoft.com/office/officeart/2005/8/layout/hierarchy6"/>
    <dgm:cxn modelId="{EFC9F765-9089-D64E-A54D-D30812F776AD}" type="presParOf" srcId="{A9FD3276-7D10-3F47-BADF-A5A61849EBD1}" destId="{C63B5FA0-C664-8C41-BE89-67F3926C7256}" srcOrd="0" destOrd="0" presId="urn:microsoft.com/office/officeart/2005/8/layout/hierarchy6"/>
    <dgm:cxn modelId="{7A095017-C9C4-9745-AF7A-A582AAC9CB9A}" type="presParOf" srcId="{5E4C9636-7285-7B4F-879B-1350636DA215}" destId="{75696124-E8BA-C04B-8E27-6C6CE277CF8B}" srcOrd="4" destOrd="0" presId="urn:microsoft.com/office/officeart/2005/8/layout/hierarchy6"/>
    <dgm:cxn modelId="{E1109B01-A7DC-3B4B-B948-F81D88696A1F}" type="presParOf" srcId="{75696124-E8BA-C04B-8E27-6C6CE277CF8B}" destId="{348091E3-23F9-7B46-91CE-C3FAF6AAB5B9}" srcOrd="0" destOrd="0" presId="urn:microsoft.com/office/officeart/2005/8/layout/hierarchy6"/>
    <dgm:cxn modelId="{DC0AB50E-10A8-2545-9648-42980D3DCC05}" type="presParOf" srcId="{75696124-E8BA-C04B-8E27-6C6CE277CF8B}" destId="{B780C0C3-F470-6D44-97D3-5BAF774FDC78}" srcOrd="1" destOrd="0" presId="urn:microsoft.com/office/officeart/2005/8/layout/hierarchy6"/>
    <dgm:cxn modelId="{AAC43AEB-2705-E048-9162-8ECEB7A07BCA}" type="presParOf" srcId="{5E4C9636-7285-7B4F-879B-1350636DA215}" destId="{AB30DF7E-CB07-4C43-80DF-FD983802E086}" srcOrd="5" destOrd="0" presId="urn:microsoft.com/office/officeart/2005/8/layout/hierarchy6"/>
    <dgm:cxn modelId="{A23AAB96-D929-9A4A-83DD-E21AFFE03C6C}" type="presParOf" srcId="{AB30DF7E-CB07-4C43-80DF-FD983802E086}" destId="{C5B8E8D4-E61A-3E46-ABFC-E8C3159AA246}" srcOrd="0" destOrd="0" presId="urn:microsoft.com/office/officeart/2005/8/layout/hierarchy6"/>
    <dgm:cxn modelId="{B12BEB61-CE33-2647-89D9-1DD28633BD49}" type="presParOf" srcId="{5E4C9636-7285-7B4F-879B-1350636DA215}" destId="{31B804E5-1B41-4A4A-8BDE-64F79D217259}" srcOrd="6" destOrd="0" presId="urn:microsoft.com/office/officeart/2005/8/layout/hierarchy6"/>
    <dgm:cxn modelId="{7F595F4A-DE2A-524F-824F-2761600650FC}" type="presParOf" srcId="{31B804E5-1B41-4A4A-8BDE-64F79D217259}" destId="{E990D230-1044-1549-900F-250EDEF2C090}" srcOrd="0" destOrd="0" presId="urn:microsoft.com/office/officeart/2005/8/layout/hierarchy6"/>
    <dgm:cxn modelId="{F62C301C-80F4-FC43-BE2E-A065D7A61EC3}" type="presParOf" srcId="{31B804E5-1B41-4A4A-8BDE-64F79D217259}" destId="{E128D92D-8AFF-FF42-BF32-F99D3999A167}" srcOrd="1" destOrd="0" presId="urn:microsoft.com/office/officeart/2005/8/layout/hierarchy6"/>
    <dgm:cxn modelId="{46921FC0-8C13-164D-9680-8CAA95273EA6}" type="presParOf" srcId="{5E4C9636-7285-7B4F-879B-1350636DA215}" destId="{6D28F4AF-97A8-4741-B7DF-164727C83D22}" srcOrd="7" destOrd="0" presId="urn:microsoft.com/office/officeart/2005/8/layout/hierarchy6"/>
    <dgm:cxn modelId="{2545B043-A003-C547-8F7D-28ADAF802081}" type="presParOf" srcId="{6D28F4AF-97A8-4741-B7DF-164727C83D22}" destId="{342DDF75-D075-4A44-B251-AC554986E2A7}" srcOrd="0" destOrd="0" presId="urn:microsoft.com/office/officeart/2005/8/layout/hierarchy6"/>
    <dgm:cxn modelId="{84B134EE-1513-E448-8D54-E646F894740D}" type="presParOf" srcId="{5E4C9636-7285-7B4F-879B-1350636DA215}" destId="{F4893191-9F08-6343-A7C2-74B9842CE8EE}" srcOrd="8" destOrd="0" presId="urn:microsoft.com/office/officeart/2005/8/layout/hierarchy6"/>
    <dgm:cxn modelId="{965ABD16-43ED-EB42-BD24-BB6C31E79FED}" type="presParOf" srcId="{F4893191-9F08-6343-A7C2-74B9842CE8EE}" destId="{0A2BE206-30D2-CD4F-9BC6-4D1F0431D022}" srcOrd="0" destOrd="0" presId="urn:microsoft.com/office/officeart/2005/8/layout/hierarchy6"/>
    <dgm:cxn modelId="{62D2F8F7-7B27-8A48-9B4A-DC016A69F142}" type="presParOf" srcId="{F4893191-9F08-6343-A7C2-74B9842CE8EE}" destId="{D20468CE-3CE8-EC46-A7DF-898013D39EF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3C35B6-1C38-3C47-81B2-5AE9ED0A0591}" type="doc">
      <dgm:prSet loTypeId="urn:microsoft.com/office/officeart/2005/8/layout/vList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9BC0625-2312-5D4F-8BD7-211BDC6A8A7C}">
      <dgm:prSet phldrT="[Text]"/>
      <dgm:spPr/>
      <dgm:t>
        <a:bodyPr/>
        <a:lstStyle/>
        <a:p>
          <a:r>
            <a:rPr lang="en-US" dirty="0"/>
            <a:t>Protocol Identification</a:t>
          </a:r>
        </a:p>
      </dgm:t>
    </dgm:pt>
    <dgm:pt modelId="{FBD7AEFB-36D7-4046-8C6A-E28DF67FF620}" type="parTrans" cxnId="{605EB6FC-A255-8048-A399-B9E7D7CCADF2}">
      <dgm:prSet/>
      <dgm:spPr/>
      <dgm:t>
        <a:bodyPr/>
        <a:lstStyle/>
        <a:p>
          <a:endParaRPr lang="en-US"/>
        </a:p>
      </dgm:t>
    </dgm:pt>
    <dgm:pt modelId="{A969EECE-159D-4A4D-A0CD-34333524145D}" type="sibTrans" cxnId="{605EB6FC-A255-8048-A399-B9E7D7CCADF2}">
      <dgm:prSet/>
      <dgm:spPr/>
      <dgm:t>
        <a:bodyPr/>
        <a:lstStyle/>
        <a:p>
          <a:endParaRPr lang="en-US"/>
        </a:p>
      </dgm:t>
    </dgm:pt>
    <dgm:pt modelId="{AC77CD3F-0780-C243-AAE6-6B3824CB78B4}">
      <dgm:prSet phldrT="[Text]"/>
      <dgm:spPr/>
      <dgm:t>
        <a:bodyPr/>
        <a:lstStyle/>
        <a:p>
          <a:r>
            <a:rPr lang="en-US" dirty="0"/>
            <a:t>Protocol Name, Protocol Author, Lab, Protocol DOI, Coupled Protocol…</a:t>
          </a:r>
        </a:p>
      </dgm:t>
    </dgm:pt>
    <dgm:pt modelId="{CE5FEE5D-8B18-3A49-8ED7-B743C55D44CE}" type="parTrans" cxnId="{EAA25CDA-5C2B-BD4F-9C6F-E8F7243AA6B3}">
      <dgm:prSet/>
      <dgm:spPr/>
      <dgm:t>
        <a:bodyPr/>
        <a:lstStyle/>
        <a:p>
          <a:endParaRPr lang="en-US"/>
        </a:p>
      </dgm:t>
    </dgm:pt>
    <dgm:pt modelId="{02B70B55-E12C-644E-B692-90F7310B9D34}" type="sibTrans" cxnId="{EAA25CDA-5C2B-BD4F-9C6F-E8F7243AA6B3}">
      <dgm:prSet/>
      <dgm:spPr/>
      <dgm:t>
        <a:bodyPr/>
        <a:lstStyle/>
        <a:p>
          <a:endParaRPr lang="en-US"/>
        </a:p>
      </dgm:t>
    </dgm:pt>
    <dgm:pt modelId="{FD59A162-6BA8-D843-878F-BBA7EC29C72F}">
      <dgm:prSet phldrT="[Text]"/>
      <dgm:spPr/>
      <dgm:t>
        <a:bodyPr/>
        <a:lstStyle/>
        <a:p>
          <a:r>
            <a:rPr lang="en-US" dirty="0"/>
            <a:t>Samples</a:t>
          </a:r>
        </a:p>
      </dgm:t>
    </dgm:pt>
    <dgm:pt modelId="{EA2FBE09-ADF9-BD46-B603-76B66470CB3F}" type="parTrans" cxnId="{BAE45A15-64EE-6A43-AE03-9BDDA23ADDF8}">
      <dgm:prSet/>
      <dgm:spPr/>
      <dgm:t>
        <a:bodyPr/>
        <a:lstStyle/>
        <a:p>
          <a:endParaRPr lang="en-US"/>
        </a:p>
      </dgm:t>
    </dgm:pt>
    <dgm:pt modelId="{74A7337E-A4C8-B240-8358-F5E022A1637F}" type="sibTrans" cxnId="{BAE45A15-64EE-6A43-AE03-9BDDA23ADDF8}">
      <dgm:prSet/>
      <dgm:spPr/>
      <dgm:t>
        <a:bodyPr/>
        <a:lstStyle/>
        <a:p>
          <a:endParaRPr lang="en-US"/>
        </a:p>
      </dgm:t>
    </dgm:pt>
    <dgm:pt modelId="{28146B70-8215-4C4C-8DF6-ECB093B636FC}">
      <dgm:prSet phldrT="[Text]"/>
      <dgm:spPr/>
      <dgm:t>
        <a:bodyPr/>
        <a:lstStyle/>
        <a:p>
          <a:r>
            <a:rPr lang="en-US" dirty="0"/>
            <a:t>Target Material, Sample Preparation…</a:t>
          </a:r>
        </a:p>
      </dgm:t>
    </dgm:pt>
    <dgm:pt modelId="{7CADBDA2-F6FB-CA4B-8F15-A3B626F6FB4F}" type="parTrans" cxnId="{BFDEF2D9-8721-964A-8B5F-6E7DF9FFD9E1}">
      <dgm:prSet/>
      <dgm:spPr/>
      <dgm:t>
        <a:bodyPr/>
        <a:lstStyle/>
        <a:p>
          <a:endParaRPr lang="en-US"/>
        </a:p>
      </dgm:t>
    </dgm:pt>
    <dgm:pt modelId="{B817D990-B395-6340-B845-4E8C39503BBB}" type="sibTrans" cxnId="{BFDEF2D9-8721-964A-8B5F-6E7DF9FFD9E1}">
      <dgm:prSet/>
      <dgm:spPr/>
      <dgm:t>
        <a:bodyPr/>
        <a:lstStyle/>
        <a:p>
          <a:endParaRPr lang="en-US"/>
        </a:p>
      </dgm:t>
    </dgm:pt>
    <dgm:pt modelId="{48B5CB6F-B506-744D-8766-CD5BDAB32E0D}">
      <dgm:prSet phldrT="[Text]"/>
      <dgm:spPr/>
      <dgm:t>
        <a:bodyPr/>
        <a:lstStyle/>
        <a:p>
          <a:r>
            <a:rPr lang="en-US" dirty="0"/>
            <a:t>Instrument &amp; Software</a:t>
          </a:r>
        </a:p>
      </dgm:t>
    </dgm:pt>
    <dgm:pt modelId="{B35BD758-4667-EF4F-9309-4D684268676E}" type="parTrans" cxnId="{9A30950E-BB0A-DB40-8EA9-9B896F76867F}">
      <dgm:prSet/>
      <dgm:spPr/>
      <dgm:t>
        <a:bodyPr/>
        <a:lstStyle/>
        <a:p>
          <a:endParaRPr lang="en-US"/>
        </a:p>
      </dgm:t>
    </dgm:pt>
    <dgm:pt modelId="{9123D344-4343-7948-BE7C-4FE70310909F}" type="sibTrans" cxnId="{9A30950E-BB0A-DB40-8EA9-9B896F76867F}">
      <dgm:prSet/>
      <dgm:spPr/>
      <dgm:t>
        <a:bodyPr/>
        <a:lstStyle/>
        <a:p>
          <a:endParaRPr lang="en-US"/>
        </a:p>
      </dgm:t>
    </dgm:pt>
    <dgm:pt modelId="{8E8A4CAC-ADC6-7641-9807-7DFC4AFE0D1A}">
      <dgm:prSet phldrT="[Text]"/>
      <dgm:spPr/>
      <dgm:t>
        <a:bodyPr/>
        <a:lstStyle/>
        <a:p>
          <a:r>
            <a:rPr lang="en-US" dirty="0"/>
            <a:t>Instrument Type, Instrument Configuration, Data Acquisition Software…</a:t>
          </a:r>
        </a:p>
      </dgm:t>
    </dgm:pt>
    <dgm:pt modelId="{2EE6DB38-BBC0-3848-AD3F-5649A094B488}" type="parTrans" cxnId="{96A4A901-FA59-C044-ABAA-7D79E401A177}">
      <dgm:prSet/>
      <dgm:spPr/>
      <dgm:t>
        <a:bodyPr/>
        <a:lstStyle/>
        <a:p>
          <a:endParaRPr lang="en-US"/>
        </a:p>
      </dgm:t>
    </dgm:pt>
    <dgm:pt modelId="{F983F4D3-61CD-BD4E-852A-4C544AD11E69}" type="sibTrans" cxnId="{96A4A901-FA59-C044-ABAA-7D79E401A177}">
      <dgm:prSet/>
      <dgm:spPr/>
      <dgm:t>
        <a:bodyPr/>
        <a:lstStyle/>
        <a:p>
          <a:endParaRPr lang="en-US"/>
        </a:p>
      </dgm:t>
    </dgm:pt>
    <dgm:pt modelId="{207B6173-4389-014C-B6A1-43B3A75F2D61}">
      <dgm:prSet phldrT="[Text]"/>
      <dgm:spPr/>
      <dgm:t>
        <a:bodyPr/>
        <a:lstStyle/>
        <a:p>
          <a:r>
            <a:rPr lang="en-US" dirty="0"/>
            <a:t>Measurement Info</a:t>
          </a:r>
        </a:p>
      </dgm:t>
    </dgm:pt>
    <dgm:pt modelId="{B866135E-9910-014B-985E-056C9CC551AB}" type="parTrans" cxnId="{08CB7F7E-8905-7F4A-B3B0-FAB3AC8D741C}">
      <dgm:prSet/>
      <dgm:spPr/>
      <dgm:t>
        <a:bodyPr/>
        <a:lstStyle/>
        <a:p>
          <a:endParaRPr lang="en-US"/>
        </a:p>
      </dgm:t>
    </dgm:pt>
    <dgm:pt modelId="{19C536A3-3E5D-0049-B0BD-0033A65F95F6}" type="sibTrans" cxnId="{08CB7F7E-8905-7F4A-B3B0-FAB3AC8D741C}">
      <dgm:prSet/>
      <dgm:spPr/>
      <dgm:t>
        <a:bodyPr/>
        <a:lstStyle/>
        <a:p>
          <a:endParaRPr lang="en-US"/>
        </a:p>
      </dgm:t>
    </dgm:pt>
    <dgm:pt modelId="{68FF1D82-6A85-3F4B-B244-CAFA86F5FDBA}">
      <dgm:prSet phldrT="[Text]"/>
      <dgm:spPr/>
      <dgm:t>
        <a:bodyPr/>
        <a:lstStyle/>
        <a:p>
          <a:r>
            <a:rPr lang="en-US" dirty="0"/>
            <a:t>Data Processing</a:t>
          </a:r>
        </a:p>
      </dgm:t>
    </dgm:pt>
    <dgm:pt modelId="{14D6B144-9F14-3C46-BB3C-AD3C571BCCC3}" type="parTrans" cxnId="{330C43DC-AE79-BB43-97E0-577D87960071}">
      <dgm:prSet/>
      <dgm:spPr/>
      <dgm:t>
        <a:bodyPr/>
        <a:lstStyle/>
        <a:p>
          <a:endParaRPr lang="en-US"/>
        </a:p>
      </dgm:t>
    </dgm:pt>
    <dgm:pt modelId="{E9ABB229-FF69-6745-BDAE-1FE55C4C2FB4}" type="sibTrans" cxnId="{330C43DC-AE79-BB43-97E0-577D87960071}">
      <dgm:prSet/>
      <dgm:spPr/>
      <dgm:t>
        <a:bodyPr/>
        <a:lstStyle/>
        <a:p>
          <a:endParaRPr lang="en-US"/>
        </a:p>
      </dgm:t>
    </dgm:pt>
    <dgm:pt modelId="{540D4B2E-07EA-AB4C-909E-0C30DEA4D23E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QC &amp; Uncertainty</a:t>
          </a:r>
        </a:p>
      </dgm:t>
    </dgm:pt>
    <dgm:pt modelId="{031A985C-EB7B-CA42-9107-5AE61357026B}" type="parTrans" cxnId="{61007FA0-9611-8B43-9D30-E5AD2F2EC8CF}">
      <dgm:prSet/>
      <dgm:spPr/>
      <dgm:t>
        <a:bodyPr/>
        <a:lstStyle/>
        <a:p>
          <a:endParaRPr lang="en-US"/>
        </a:p>
      </dgm:t>
    </dgm:pt>
    <dgm:pt modelId="{6C4D7CE0-A89C-7942-ACFC-7F92AC83986D}" type="sibTrans" cxnId="{61007FA0-9611-8B43-9D30-E5AD2F2EC8CF}">
      <dgm:prSet/>
      <dgm:spPr/>
      <dgm:t>
        <a:bodyPr/>
        <a:lstStyle/>
        <a:p>
          <a:endParaRPr lang="en-US"/>
        </a:p>
      </dgm:t>
    </dgm:pt>
    <dgm:pt modelId="{30A939BD-D0A2-734A-A445-4CBB4E4F48C1}">
      <dgm:prSet phldrT="[Text]"/>
      <dgm:spPr/>
      <dgm:t>
        <a:bodyPr/>
        <a:lstStyle/>
        <a:p>
          <a:r>
            <a:rPr lang="en-US" dirty="0"/>
            <a:t>Analytical Mode, Tuning Method, Instrument Settings, Analyte… </a:t>
          </a:r>
        </a:p>
      </dgm:t>
    </dgm:pt>
    <dgm:pt modelId="{1075F97B-FA82-8945-8236-AD781CCBD7FB}" type="parTrans" cxnId="{FB153CA4-8662-204C-9EE8-6DFE6F09B3D2}">
      <dgm:prSet/>
      <dgm:spPr/>
      <dgm:t>
        <a:bodyPr/>
        <a:lstStyle/>
        <a:p>
          <a:endParaRPr lang="en-US"/>
        </a:p>
      </dgm:t>
    </dgm:pt>
    <dgm:pt modelId="{E9CB4754-9821-6A4D-9FD3-A8BA3FB7120F}" type="sibTrans" cxnId="{FB153CA4-8662-204C-9EE8-6DFE6F09B3D2}">
      <dgm:prSet/>
      <dgm:spPr/>
      <dgm:t>
        <a:bodyPr/>
        <a:lstStyle/>
        <a:p>
          <a:endParaRPr lang="en-US"/>
        </a:p>
      </dgm:t>
    </dgm:pt>
    <dgm:pt modelId="{DA753477-F334-7A47-B1EC-E64947F2BC8A}">
      <dgm:prSet phldrT="[Text]"/>
      <dgm:spPr/>
      <dgm:t>
        <a:bodyPr/>
        <a:lstStyle/>
        <a:p>
          <a:r>
            <a:rPr lang="en-US" dirty="0"/>
            <a:t>Data Reduction Method, Blank Correction Method…</a:t>
          </a:r>
        </a:p>
      </dgm:t>
    </dgm:pt>
    <dgm:pt modelId="{FE0BC8DF-4153-584F-A314-2B2488829F99}" type="parTrans" cxnId="{1BE4A09A-D5AA-214D-ABCD-D0BD8FCF57B7}">
      <dgm:prSet/>
      <dgm:spPr/>
      <dgm:t>
        <a:bodyPr/>
        <a:lstStyle/>
        <a:p>
          <a:endParaRPr lang="en-US"/>
        </a:p>
      </dgm:t>
    </dgm:pt>
    <dgm:pt modelId="{4F5F1812-8269-6B47-A965-2B23E428CE62}" type="sibTrans" cxnId="{1BE4A09A-D5AA-214D-ABCD-D0BD8FCF57B7}">
      <dgm:prSet/>
      <dgm:spPr/>
      <dgm:t>
        <a:bodyPr/>
        <a:lstStyle/>
        <a:p>
          <a:endParaRPr lang="en-US"/>
        </a:p>
      </dgm:t>
    </dgm:pt>
    <dgm:pt modelId="{D44F66E8-F1DE-DD42-94D6-93B1EB987537}">
      <dgm:prSet phldrT="[Text]"/>
      <dgm:spPr>
        <a:solidFill>
          <a:schemeClr val="accent4">
            <a:lumMod val="40000"/>
            <a:lumOff val="60000"/>
            <a:alpha val="90000"/>
          </a:schemeClr>
        </a:solidFill>
        <a:ln>
          <a:solidFill>
            <a:srgbClr val="00B0F0">
              <a:alpha val="90000"/>
            </a:srgbClr>
          </a:solidFill>
        </a:ln>
      </dgm:spPr>
      <dgm:t>
        <a:bodyPr/>
        <a:lstStyle/>
        <a:p>
          <a:r>
            <a:rPr lang="en-US" dirty="0"/>
            <a:t>Precision, Accuracy, Detection Limit, Reference Material…</a:t>
          </a:r>
        </a:p>
      </dgm:t>
    </dgm:pt>
    <dgm:pt modelId="{E1506828-41E3-C44C-BB4D-1EE735CE0248}" type="parTrans" cxnId="{651A1946-7CC1-424F-924E-E97F5FD0245E}">
      <dgm:prSet/>
      <dgm:spPr/>
      <dgm:t>
        <a:bodyPr/>
        <a:lstStyle/>
        <a:p>
          <a:endParaRPr lang="en-US"/>
        </a:p>
      </dgm:t>
    </dgm:pt>
    <dgm:pt modelId="{DF26A46F-0A5B-A249-B927-998B14FFEA89}" type="sibTrans" cxnId="{651A1946-7CC1-424F-924E-E97F5FD0245E}">
      <dgm:prSet/>
      <dgm:spPr/>
      <dgm:t>
        <a:bodyPr/>
        <a:lstStyle/>
        <a:p>
          <a:endParaRPr lang="en-US"/>
        </a:p>
      </dgm:t>
    </dgm:pt>
    <dgm:pt modelId="{946FBB2C-2B97-F54F-8018-A93DB084918F}" type="pres">
      <dgm:prSet presAssocID="{5B3C35B6-1C38-3C47-81B2-5AE9ED0A0591}" presName="Name0" presStyleCnt="0">
        <dgm:presLayoutVars>
          <dgm:dir/>
          <dgm:animLvl val="lvl"/>
          <dgm:resizeHandles val="exact"/>
        </dgm:presLayoutVars>
      </dgm:prSet>
      <dgm:spPr/>
    </dgm:pt>
    <dgm:pt modelId="{562150F6-AD47-9044-8E8B-A0BF94DE7FD4}" type="pres">
      <dgm:prSet presAssocID="{E9BC0625-2312-5D4F-8BD7-211BDC6A8A7C}" presName="linNode" presStyleCnt="0"/>
      <dgm:spPr/>
    </dgm:pt>
    <dgm:pt modelId="{45DB622D-5C8C-DD45-9698-273880179C57}" type="pres">
      <dgm:prSet presAssocID="{E9BC0625-2312-5D4F-8BD7-211BDC6A8A7C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7D8BBDE9-90C6-7B49-A416-994198C0915A}" type="pres">
      <dgm:prSet presAssocID="{E9BC0625-2312-5D4F-8BD7-211BDC6A8A7C}" presName="descendantText" presStyleLbl="alignAccFollowNode1" presStyleIdx="0" presStyleCnt="6">
        <dgm:presLayoutVars>
          <dgm:bulletEnabled val="1"/>
        </dgm:presLayoutVars>
      </dgm:prSet>
      <dgm:spPr/>
    </dgm:pt>
    <dgm:pt modelId="{F0791FD5-1490-1441-9F58-E896AAA0D23F}" type="pres">
      <dgm:prSet presAssocID="{A969EECE-159D-4A4D-A0CD-34333524145D}" presName="sp" presStyleCnt="0"/>
      <dgm:spPr/>
    </dgm:pt>
    <dgm:pt modelId="{E014077E-7EE1-D642-B7FB-52A6B97FD295}" type="pres">
      <dgm:prSet presAssocID="{FD59A162-6BA8-D843-878F-BBA7EC29C72F}" presName="linNode" presStyleCnt="0"/>
      <dgm:spPr/>
    </dgm:pt>
    <dgm:pt modelId="{F3C5457F-C3F3-2D4C-8C65-6BC2D8D17209}" type="pres">
      <dgm:prSet presAssocID="{FD59A162-6BA8-D843-878F-BBA7EC29C72F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088CA1C6-D3F4-ED4E-8F9F-5C7A253AA076}" type="pres">
      <dgm:prSet presAssocID="{FD59A162-6BA8-D843-878F-BBA7EC29C72F}" presName="descendantText" presStyleLbl="alignAccFollowNode1" presStyleIdx="1" presStyleCnt="6">
        <dgm:presLayoutVars>
          <dgm:bulletEnabled val="1"/>
        </dgm:presLayoutVars>
      </dgm:prSet>
      <dgm:spPr/>
    </dgm:pt>
    <dgm:pt modelId="{DD776BB2-E260-BE47-8274-167E10526B5C}" type="pres">
      <dgm:prSet presAssocID="{74A7337E-A4C8-B240-8358-F5E022A1637F}" presName="sp" presStyleCnt="0"/>
      <dgm:spPr/>
    </dgm:pt>
    <dgm:pt modelId="{78267B4D-C843-0C46-A1A3-707D63D42DFC}" type="pres">
      <dgm:prSet presAssocID="{48B5CB6F-B506-744D-8766-CD5BDAB32E0D}" presName="linNode" presStyleCnt="0"/>
      <dgm:spPr/>
    </dgm:pt>
    <dgm:pt modelId="{8EF4B87F-F77D-5F42-96B9-0A6680280896}" type="pres">
      <dgm:prSet presAssocID="{48B5CB6F-B506-744D-8766-CD5BDAB32E0D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D2069653-5216-3D44-93F5-413079A97CE7}" type="pres">
      <dgm:prSet presAssocID="{48B5CB6F-B506-744D-8766-CD5BDAB32E0D}" presName="descendantText" presStyleLbl="alignAccFollowNode1" presStyleIdx="2" presStyleCnt="6">
        <dgm:presLayoutVars>
          <dgm:bulletEnabled val="1"/>
        </dgm:presLayoutVars>
      </dgm:prSet>
      <dgm:spPr/>
    </dgm:pt>
    <dgm:pt modelId="{82BD3132-A487-B541-BB3F-113F309A6265}" type="pres">
      <dgm:prSet presAssocID="{9123D344-4343-7948-BE7C-4FE70310909F}" presName="sp" presStyleCnt="0"/>
      <dgm:spPr/>
    </dgm:pt>
    <dgm:pt modelId="{63BC9789-C4F2-F146-8782-5B46DC717882}" type="pres">
      <dgm:prSet presAssocID="{207B6173-4389-014C-B6A1-43B3A75F2D61}" presName="linNode" presStyleCnt="0"/>
      <dgm:spPr/>
    </dgm:pt>
    <dgm:pt modelId="{7F8FD23C-4BB0-E246-94DB-1AF2A1906D0E}" type="pres">
      <dgm:prSet presAssocID="{207B6173-4389-014C-B6A1-43B3A75F2D61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B16A41D8-4F89-3345-83D8-70EDC63A69A8}" type="pres">
      <dgm:prSet presAssocID="{207B6173-4389-014C-B6A1-43B3A75F2D61}" presName="descendantText" presStyleLbl="alignAccFollowNode1" presStyleIdx="3" presStyleCnt="6">
        <dgm:presLayoutVars>
          <dgm:bulletEnabled val="1"/>
        </dgm:presLayoutVars>
      </dgm:prSet>
      <dgm:spPr/>
    </dgm:pt>
    <dgm:pt modelId="{9A455C5B-F59B-214E-AA16-42DA8EA20663}" type="pres">
      <dgm:prSet presAssocID="{19C536A3-3E5D-0049-B0BD-0033A65F95F6}" presName="sp" presStyleCnt="0"/>
      <dgm:spPr/>
    </dgm:pt>
    <dgm:pt modelId="{01D40FAB-6084-F24D-8709-CF19778F32C7}" type="pres">
      <dgm:prSet presAssocID="{68FF1D82-6A85-3F4B-B244-CAFA86F5FDBA}" presName="linNode" presStyleCnt="0"/>
      <dgm:spPr/>
    </dgm:pt>
    <dgm:pt modelId="{C9109870-C3EB-4348-9056-F14FD44BE617}" type="pres">
      <dgm:prSet presAssocID="{68FF1D82-6A85-3F4B-B244-CAFA86F5FDBA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63BF7112-70B1-1F41-B557-EFE6527D4864}" type="pres">
      <dgm:prSet presAssocID="{68FF1D82-6A85-3F4B-B244-CAFA86F5FDBA}" presName="descendantText" presStyleLbl="alignAccFollowNode1" presStyleIdx="4" presStyleCnt="6">
        <dgm:presLayoutVars>
          <dgm:bulletEnabled val="1"/>
        </dgm:presLayoutVars>
      </dgm:prSet>
      <dgm:spPr/>
    </dgm:pt>
    <dgm:pt modelId="{D92DCF94-2707-3843-A851-E7CCD4700538}" type="pres">
      <dgm:prSet presAssocID="{E9ABB229-FF69-6745-BDAE-1FE55C4C2FB4}" presName="sp" presStyleCnt="0"/>
      <dgm:spPr/>
    </dgm:pt>
    <dgm:pt modelId="{EB703303-0ADF-6F43-BEBE-01EE7BC224C6}" type="pres">
      <dgm:prSet presAssocID="{540D4B2E-07EA-AB4C-909E-0C30DEA4D23E}" presName="linNode" presStyleCnt="0"/>
      <dgm:spPr/>
    </dgm:pt>
    <dgm:pt modelId="{ED124163-433A-3A4B-8A59-4095FEEA3476}" type="pres">
      <dgm:prSet presAssocID="{540D4B2E-07EA-AB4C-909E-0C30DEA4D23E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AF7D1422-E1F8-404F-BC1A-B77F9F1ADAF2}" type="pres">
      <dgm:prSet presAssocID="{540D4B2E-07EA-AB4C-909E-0C30DEA4D23E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96A4A901-FA59-C044-ABAA-7D79E401A177}" srcId="{48B5CB6F-B506-744D-8766-CD5BDAB32E0D}" destId="{8E8A4CAC-ADC6-7641-9807-7DFC4AFE0D1A}" srcOrd="0" destOrd="0" parTransId="{2EE6DB38-BBC0-3848-AD3F-5649A094B488}" sibTransId="{F983F4D3-61CD-BD4E-852A-4C544AD11E69}"/>
    <dgm:cxn modelId="{9A30950E-BB0A-DB40-8EA9-9B896F76867F}" srcId="{5B3C35B6-1C38-3C47-81B2-5AE9ED0A0591}" destId="{48B5CB6F-B506-744D-8766-CD5BDAB32E0D}" srcOrd="2" destOrd="0" parTransId="{B35BD758-4667-EF4F-9309-4D684268676E}" sibTransId="{9123D344-4343-7948-BE7C-4FE70310909F}"/>
    <dgm:cxn modelId="{BAE45A15-64EE-6A43-AE03-9BDDA23ADDF8}" srcId="{5B3C35B6-1C38-3C47-81B2-5AE9ED0A0591}" destId="{FD59A162-6BA8-D843-878F-BBA7EC29C72F}" srcOrd="1" destOrd="0" parTransId="{EA2FBE09-ADF9-BD46-B603-76B66470CB3F}" sibTransId="{74A7337E-A4C8-B240-8358-F5E022A1637F}"/>
    <dgm:cxn modelId="{C0746B15-E443-F444-8EC2-325F3078E7E1}" type="presOf" srcId="{5B3C35B6-1C38-3C47-81B2-5AE9ED0A0591}" destId="{946FBB2C-2B97-F54F-8018-A93DB084918F}" srcOrd="0" destOrd="0" presId="urn:microsoft.com/office/officeart/2005/8/layout/vList5"/>
    <dgm:cxn modelId="{35F49839-A2C5-FD47-9494-64FCA1F4CD6E}" type="presOf" srcId="{FD59A162-6BA8-D843-878F-BBA7EC29C72F}" destId="{F3C5457F-C3F3-2D4C-8C65-6BC2D8D17209}" srcOrd="0" destOrd="0" presId="urn:microsoft.com/office/officeart/2005/8/layout/vList5"/>
    <dgm:cxn modelId="{651A1946-7CC1-424F-924E-E97F5FD0245E}" srcId="{540D4B2E-07EA-AB4C-909E-0C30DEA4D23E}" destId="{D44F66E8-F1DE-DD42-94D6-93B1EB987537}" srcOrd="0" destOrd="0" parTransId="{E1506828-41E3-C44C-BB4D-1EE735CE0248}" sibTransId="{DF26A46F-0A5B-A249-B927-998B14FFEA89}"/>
    <dgm:cxn modelId="{A61B7463-7DD3-B148-B5B3-C9D32C323994}" type="presOf" srcId="{D44F66E8-F1DE-DD42-94D6-93B1EB987537}" destId="{AF7D1422-E1F8-404F-BC1A-B77F9F1ADAF2}" srcOrd="0" destOrd="0" presId="urn:microsoft.com/office/officeart/2005/8/layout/vList5"/>
    <dgm:cxn modelId="{9EA11268-D572-EC42-842F-A1BAD5773107}" type="presOf" srcId="{DA753477-F334-7A47-B1EC-E64947F2BC8A}" destId="{63BF7112-70B1-1F41-B557-EFE6527D4864}" srcOrd="0" destOrd="0" presId="urn:microsoft.com/office/officeart/2005/8/layout/vList5"/>
    <dgm:cxn modelId="{6A801977-CF22-DA4B-AAEE-E0735234A849}" type="presOf" srcId="{8E8A4CAC-ADC6-7641-9807-7DFC4AFE0D1A}" destId="{D2069653-5216-3D44-93F5-413079A97CE7}" srcOrd="0" destOrd="0" presId="urn:microsoft.com/office/officeart/2005/8/layout/vList5"/>
    <dgm:cxn modelId="{08CB7F7E-8905-7F4A-B3B0-FAB3AC8D741C}" srcId="{5B3C35B6-1C38-3C47-81B2-5AE9ED0A0591}" destId="{207B6173-4389-014C-B6A1-43B3A75F2D61}" srcOrd="3" destOrd="0" parTransId="{B866135E-9910-014B-985E-056C9CC551AB}" sibTransId="{19C536A3-3E5D-0049-B0BD-0033A65F95F6}"/>
    <dgm:cxn modelId="{36AF467F-4B62-C643-8338-55BAE23B6E44}" type="presOf" srcId="{30A939BD-D0A2-734A-A445-4CBB4E4F48C1}" destId="{B16A41D8-4F89-3345-83D8-70EDC63A69A8}" srcOrd="0" destOrd="0" presId="urn:microsoft.com/office/officeart/2005/8/layout/vList5"/>
    <dgm:cxn modelId="{59657B94-4AE3-F645-BA85-CD7A1F8314AD}" type="presOf" srcId="{AC77CD3F-0780-C243-AAE6-6B3824CB78B4}" destId="{7D8BBDE9-90C6-7B49-A416-994198C0915A}" srcOrd="0" destOrd="0" presId="urn:microsoft.com/office/officeart/2005/8/layout/vList5"/>
    <dgm:cxn modelId="{1BE4A09A-D5AA-214D-ABCD-D0BD8FCF57B7}" srcId="{68FF1D82-6A85-3F4B-B244-CAFA86F5FDBA}" destId="{DA753477-F334-7A47-B1EC-E64947F2BC8A}" srcOrd="0" destOrd="0" parTransId="{FE0BC8DF-4153-584F-A314-2B2488829F99}" sibTransId="{4F5F1812-8269-6B47-A965-2B23E428CE62}"/>
    <dgm:cxn modelId="{61007FA0-9611-8B43-9D30-E5AD2F2EC8CF}" srcId="{5B3C35B6-1C38-3C47-81B2-5AE9ED0A0591}" destId="{540D4B2E-07EA-AB4C-909E-0C30DEA4D23E}" srcOrd="5" destOrd="0" parTransId="{031A985C-EB7B-CA42-9107-5AE61357026B}" sibTransId="{6C4D7CE0-A89C-7942-ACFC-7F92AC83986D}"/>
    <dgm:cxn modelId="{D5AAB5A0-34A2-E94A-9E94-4D1B91A59FF9}" type="presOf" srcId="{E9BC0625-2312-5D4F-8BD7-211BDC6A8A7C}" destId="{45DB622D-5C8C-DD45-9698-273880179C57}" srcOrd="0" destOrd="0" presId="urn:microsoft.com/office/officeart/2005/8/layout/vList5"/>
    <dgm:cxn modelId="{BC9CBCA1-6B6D-A74A-B8DE-DD522ABD6A42}" type="presOf" srcId="{48B5CB6F-B506-744D-8766-CD5BDAB32E0D}" destId="{8EF4B87F-F77D-5F42-96B9-0A6680280896}" srcOrd="0" destOrd="0" presId="urn:microsoft.com/office/officeart/2005/8/layout/vList5"/>
    <dgm:cxn modelId="{FB153CA4-8662-204C-9EE8-6DFE6F09B3D2}" srcId="{207B6173-4389-014C-B6A1-43B3A75F2D61}" destId="{30A939BD-D0A2-734A-A445-4CBB4E4F48C1}" srcOrd="0" destOrd="0" parTransId="{1075F97B-FA82-8945-8236-AD781CCBD7FB}" sibTransId="{E9CB4754-9821-6A4D-9FD3-A8BA3FB7120F}"/>
    <dgm:cxn modelId="{3FF116A6-7537-434D-8F84-7F8C252ACBD2}" type="presOf" srcId="{207B6173-4389-014C-B6A1-43B3A75F2D61}" destId="{7F8FD23C-4BB0-E246-94DB-1AF2A1906D0E}" srcOrd="0" destOrd="0" presId="urn:microsoft.com/office/officeart/2005/8/layout/vList5"/>
    <dgm:cxn modelId="{3206DCB1-B9B6-0F44-8CF9-6A42344146C0}" type="presOf" srcId="{540D4B2E-07EA-AB4C-909E-0C30DEA4D23E}" destId="{ED124163-433A-3A4B-8A59-4095FEEA3476}" srcOrd="0" destOrd="0" presId="urn:microsoft.com/office/officeart/2005/8/layout/vList5"/>
    <dgm:cxn modelId="{A6242EB9-62E4-D243-B3FC-CD409083D22B}" type="presOf" srcId="{28146B70-8215-4C4C-8DF6-ECB093B636FC}" destId="{088CA1C6-D3F4-ED4E-8F9F-5C7A253AA076}" srcOrd="0" destOrd="0" presId="urn:microsoft.com/office/officeart/2005/8/layout/vList5"/>
    <dgm:cxn modelId="{5E8DD0D3-8B54-8444-A8FE-2DD583FD09F4}" type="presOf" srcId="{68FF1D82-6A85-3F4B-B244-CAFA86F5FDBA}" destId="{C9109870-C3EB-4348-9056-F14FD44BE617}" srcOrd="0" destOrd="0" presId="urn:microsoft.com/office/officeart/2005/8/layout/vList5"/>
    <dgm:cxn modelId="{BFDEF2D9-8721-964A-8B5F-6E7DF9FFD9E1}" srcId="{FD59A162-6BA8-D843-878F-BBA7EC29C72F}" destId="{28146B70-8215-4C4C-8DF6-ECB093B636FC}" srcOrd="0" destOrd="0" parTransId="{7CADBDA2-F6FB-CA4B-8F15-A3B626F6FB4F}" sibTransId="{B817D990-B395-6340-B845-4E8C39503BBB}"/>
    <dgm:cxn modelId="{EAA25CDA-5C2B-BD4F-9C6F-E8F7243AA6B3}" srcId="{E9BC0625-2312-5D4F-8BD7-211BDC6A8A7C}" destId="{AC77CD3F-0780-C243-AAE6-6B3824CB78B4}" srcOrd="0" destOrd="0" parTransId="{CE5FEE5D-8B18-3A49-8ED7-B743C55D44CE}" sibTransId="{02B70B55-E12C-644E-B692-90F7310B9D34}"/>
    <dgm:cxn modelId="{330C43DC-AE79-BB43-97E0-577D87960071}" srcId="{5B3C35B6-1C38-3C47-81B2-5AE9ED0A0591}" destId="{68FF1D82-6A85-3F4B-B244-CAFA86F5FDBA}" srcOrd="4" destOrd="0" parTransId="{14D6B144-9F14-3C46-BB3C-AD3C571BCCC3}" sibTransId="{E9ABB229-FF69-6745-BDAE-1FE55C4C2FB4}"/>
    <dgm:cxn modelId="{605EB6FC-A255-8048-A399-B9E7D7CCADF2}" srcId="{5B3C35B6-1C38-3C47-81B2-5AE9ED0A0591}" destId="{E9BC0625-2312-5D4F-8BD7-211BDC6A8A7C}" srcOrd="0" destOrd="0" parTransId="{FBD7AEFB-36D7-4046-8C6A-E28DF67FF620}" sibTransId="{A969EECE-159D-4A4D-A0CD-34333524145D}"/>
    <dgm:cxn modelId="{A2576591-C91F-1145-9A57-59D95296165A}" type="presParOf" srcId="{946FBB2C-2B97-F54F-8018-A93DB084918F}" destId="{562150F6-AD47-9044-8E8B-A0BF94DE7FD4}" srcOrd="0" destOrd="0" presId="urn:microsoft.com/office/officeart/2005/8/layout/vList5"/>
    <dgm:cxn modelId="{E5DB4031-B964-6F4A-8F90-A997F61D4102}" type="presParOf" srcId="{562150F6-AD47-9044-8E8B-A0BF94DE7FD4}" destId="{45DB622D-5C8C-DD45-9698-273880179C57}" srcOrd="0" destOrd="0" presId="urn:microsoft.com/office/officeart/2005/8/layout/vList5"/>
    <dgm:cxn modelId="{BF28272C-4B41-944C-A079-3AFC6A7762A2}" type="presParOf" srcId="{562150F6-AD47-9044-8E8B-A0BF94DE7FD4}" destId="{7D8BBDE9-90C6-7B49-A416-994198C0915A}" srcOrd="1" destOrd="0" presId="urn:microsoft.com/office/officeart/2005/8/layout/vList5"/>
    <dgm:cxn modelId="{923B0D4D-A022-C94A-8BAB-552B6F03F42D}" type="presParOf" srcId="{946FBB2C-2B97-F54F-8018-A93DB084918F}" destId="{F0791FD5-1490-1441-9F58-E896AAA0D23F}" srcOrd="1" destOrd="0" presId="urn:microsoft.com/office/officeart/2005/8/layout/vList5"/>
    <dgm:cxn modelId="{2B02C77D-0897-9548-954A-78548EEC8C9C}" type="presParOf" srcId="{946FBB2C-2B97-F54F-8018-A93DB084918F}" destId="{E014077E-7EE1-D642-B7FB-52A6B97FD295}" srcOrd="2" destOrd="0" presId="urn:microsoft.com/office/officeart/2005/8/layout/vList5"/>
    <dgm:cxn modelId="{928A94F6-9F50-A34F-9068-C10065E2C47A}" type="presParOf" srcId="{E014077E-7EE1-D642-B7FB-52A6B97FD295}" destId="{F3C5457F-C3F3-2D4C-8C65-6BC2D8D17209}" srcOrd="0" destOrd="0" presId="urn:microsoft.com/office/officeart/2005/8/layout/vList5"/>
    <dgm:cxn modelId="{2A866975-AA6B-A345-9013-43ADE56CD26B}" type="presParOf" srcId="{E014077E-7EE1-D642-B7FB-52A6B97FD295}" destId="{088CA1C6-D3F4-ED4E-8F9F-5C7A253AA076}" srcOrd="1" destOrd="0" presId="urn:microsoft.com/office/officeart/2005/8/layout/vList5"/>
    <dgm:cxn modelId="{E40BDB15-5B63-CE45-9890-A68EDCA62179}" type="presParOf" srcId="{946FBB2C-2B97-F54F-8018-A93DB084918F}" destId="{DD776BB2-E260-BE47-8274-167E10526B5C}" srcOrd="3" destOrd="0" presId="urn:microsoft.com/office/officeart/2005/8/layout/vList5"/>
    <dgm:cxn modelId="{BF886708-A8BE-9E48-9457-DB35448128D3}" type="presParOf" srcId="{946FBB2C-2B97-F54F-8018-A93DB084918F}" destId="{78267B4D-C843-0C46-A1A3-707D63D42DFC}" srcOrd="4" destOrd="0" presId="urn:microsoft.com/office/officeart/2005/8/layout/vList5"/>
    <dgm:cxn modelId="{BB93BECB-59AB-C74E-AA87-EDAE97F535EA}" type="presParOf" srcId="{78267B4D-C843-0C46-A1A3-707D63D42DFC}" destId="{8EF4B87F-F77D-5F42-96B9-0A6680280896}" srcOrd="0" destOrd="0" presId="urn:microsoft.com/office/officeart/2005/8/layout/vList5"/>
    <dgm:cxn modelId="{7A317A94-BAA8-7640-AA41-91F7D38ACCA1}" type="presParOf" srcId="{78267B4D-C843-0C46-A1A3-707D63D42DFC}" destId="{D2069653-5216-3D44-93F5-413079A97CE7}" srcOrd="1" destOrd="0" presId="urn:microsoft.com/office/officeart/2005/8/layout/vList5"/>
    <dgm:cxn modelId="{EE596DAF-A6C1-C548-9B47-CE3AC6864CD5}" type="presParOf" srcId="{946FBB2C-2B97-F54F-8018-A93DB084918F}" destId="{82BD3132-A487-B541-BB3F-113F309A6265}" srcOrd="5" destOrd="0" presId="urn:microsoft.com/office/officeart/2005/8/layout/vList5"/>
    <dgm:cxn modelId="{D931D442-3075-7C48-B372-640C322BA708}" type="presParOf" srcId="{946FBB2C-2B97-F54F-8018-A93DB084918F}" destId="{63BC9789-C4F2-F146-8782-5B46DC717882}" srcOrd="6" destOrd="0" presId="urn:microsoft.com/office/officeart/2005/8/layout/vList5"/>
    <dgm:cxn modelId="{92529A40-24DE-5F4C-ABD9-EF37C2D40521}" type="presParOf" srcId="{63BC9789-C4F2-F146-8782-5B46DC717882}" destId="{7F8FD23C-4BB0-E246-94DB-1AF2A1906D0E}" srcOrd="0" destOrd="0" presId="urn:microsoft.com/office/officeart/2005/8/layout/vList5"/>
    <dgm:cxn modelId="{5E35651D-EE76-1042-B278-3AB2558FD38F}" type="presParOf" srcId="{63BC9789-C4F2-F146-8782-5B46DC717882}" destId="{B16A41D8-4F89-3345-83D8-70EDC63A69A8}" srcOrd="1" destOrd="0" presId="urn:microsoft.com/office/officeart/2005/8/layout/vList5"/>
    <dgm:cxn modelId="{03CB0A86-6865-B143-984B-69EE35538D95}" type="presParOf" srcId="{946FBB2C-2B97-F54F-8018-A93DB084918F}" destId="{9A455C5B-F59B-214E-AA16-42DA8EA20663}" srcOrd="7" destOrd="0" presId="urn:microsoft.com/office/officeart/2005/8/layout/vList5"/>
    <dgm:cxn modelId="{76FF6CE8-A64E-8A4B-9A9F-D35006702927}" type="presParOf" srcId="{946FBB2C-2B97-F54F-8018-A93DB084918F}" destId="{01D40FAB-6084-F24D-8709-CF19778F32C7}" srcOrd="8" destOrd="0" presId="urn:microsoft.com/office/officeart/2005/8/layout/vList5"/>
    <dgm:cxn modelId="{CD77A86C-9805-E140-A2A2-BFC4D5A9180E}" type="presParOf" srcId="{01D40FAB-6084-F24D-8709-CF19778F32C7}" destId="{C9109870-C3EB-4348-9056-F14FD44BE617}" srcOrd="0" destOrd="0" presId="urn:microsoft.com/office/officeart/2005/8/layout/vList5"/>
    <dgm:cxn modelId="{96C52726-E8D1-E74B-AA61-225746F011C4}" type="presParOf" srcId="{01D40FAB-6084-F24D-8709-CF19778F32C7}" destId="{63BF7112-70B1-1F41-B557-EFE6527D4864}" srcOrd="1" destOrd="0" presId="urn:microsoft.com/office/officeart/2005/8/layout/vList5"/>
    <dgm:cxn modelId="{CECC9CAC-3FCB-0143-BFA3-0DAD32E0B34B}" type="presParOf" srcId="{946FBB2C-2B97-F54F-8018-A93DB084918F}" destId="{D92DCF94-2707-3843-A851-E7CCD4700538}" srcOrd="9" destOrd="0" presId="urn:microsoft.com/office/officeart/2005/8/layout/vList5"/>
    <dgm:cxn modelId="{AFFB87E7-9858-D94C-ADE6-6CAB30EAE1E0}" type="presParOf" srcId="{946FBB2C-2B97-F54F-8018-A93DB084918F}" destId="{EB703303-0ADF-6F43-BEBE-01EE7BC224C6}" srcOrd="10" destOrd="0" presId="urn:microsoft.com/office/officeart/2005/8/layout/vList5"/>
    <dgm:cxn modelId="{46D6EE7B-2049-7444-ABFB-2E20A986EBF4}" type="presParOf" srcId="{EB703303-0ADF-6F43-BEBE-01EE7BC224C6}" destId="{ED124163-433A-3A4B-8A59-4095FEEA3476}" srcOrd="0" destOrd="0" presId="urn:microsoft.com/office/officeart/2005/8/layout/vList5"/>
    <dgm:cxn modelId="{ED6B2779-22F1-554E-95A3-60EC1EBD32F7}" type="presParOf" srcId="{EB703303-0ADF-6F43-BEBE-01EE7BC224C6}" destId="{AF7D1422-E1F8-404F-BC1A-B77F9F1ADAF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BE206-30D2-CD4F-9BC6-4D1F0431D022}">
      <dsp:nvSpPr>
        <dsp:cNvPr id="0" name=""/>
        <dsp:cNvSpPr/>
      </dsp:nvSpPr>
      <dsp:spPr>
        <a:xfrm>
          <a:off x="0" y="3997312"/>
          <a:ext cx="10882169" cy="788532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kern="1200" dirty="0"/>
            <a:t>Data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b="0" i="1" kern="1200" dirty="0"/>
            <a:t>The product of a procedure</a:t>
          </a:r>
        </a:p>
      </dsp:txBody>
      <dsp:txXfrm>
        <a:off x="0" y="3997312"/>
        <a:ext cx="3264650" cy="788532"/>
      </dsp:txXfrm>
    </dsp:sp>
    <dsp:sp modelId="{E990D230-1044-1549-900F-250EDEF2C090}">
      <dsp:nvSpPr>
        <dsp:cNvPr id="0" name=""/>
        <dsp:cNvSpPr/>
      </dsp:nvSpPr>
      <dsp:spPr>
        <a:xfrm>
          <a:off x="0" y="3077358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kern="1200" dirty="0"/>
            <a:t>Procedure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b="0" i="1" kern="1200" dirty="0"/>
            <a:t>The implementation of a protocol</a:t>
          </a:r>
        </a:p>
      </dsp:txBody>
      <dsp:txXfrm>
        <a:off x="0" y="3077358"/>
        <a:ext cx="3264650" cy="788532"/>
      </dsp:txXfrm>
    </dsp:sp>
    <dsp:sp modelId="{348091E3-23F9-7B46-91CE-C3FAF6AAB5B9}">
      <dsp:nvSpPr>
        <dsp:cNvPr id="0" name=""/>
        <dsp:cNvSpPr/>
      </dsp:nvSpPr>
      <dsp:spPr>
        <a:xfrm>
          <a:off x="0" y="2157404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kern="1200" dirty="0"/>
            <a:t>Protocol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i="1" kern="1200" dirty="0"/>
            <a:t>The recipe of a method</a:t>
          </a:r>
        </a:p>
      </dsp:txBody>
      <dsp:txXfrm>
        <a:off x="0" y="2157404"/>
        <a:ext cx="3264650" cy="788532"/>
      </dsp:txXfrm>
    </dsp:sp>
    <dsp:sp modelId="{01A8851F-7AB1-C44D-A69A-D4E59505F4BA}">
      <dsp:nvSpPr>
        <dsp:cNvPr id="0" name=""/>
        <dsp:cNvSpPr/>
      </dsp:nvSpPr>
      <dsp:spPr>
        <a:xfrm>
          <a:off x="0" y="1237450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u="none" kern="1200" dirty="0"/>
            <a:t>Method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i="1" kern="1200" dirty="0"/>
            <a:t>The application of a technique</a:t>
          </a:r>
          <a:endParaRPr lang="en-US" sz="1400" kern="1200" dirty="0"/>
        </a:p>
      </dsp:txBody>
      <dsp:txXfrm>
        <a:off x="0" y="1237450"/>
        <a:ext cx="3264650" cy="788532"/>
      </dsp:txXfrm>
    </dsp:sp>
    <dsp:sp modelId="{8BD55588-4678-5542-A4B4-C5269E8A4E33}">
      <dsp:nvSpPr>
        <dsp:cNvPr id="0" name=""/>
        <dsp:cNvSpPr/>
      </dsp:nvSpPr>
      <dsp:spPr>
        <a:xfrm>
          <a:off x="0" y="317496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u="none" kern="1200" dirty="0"/>
            <a:t>Technique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i="1" kern="1200" dirty="0"/>
            <a:t>The chemical or physical principle</a:t>
          </a:r>
        </a:p>
      </dsp:txBody>
      <dsp:txXfrm>
        <a:off x="0" y="317496"/>
        <a:ext cx="3264650" cy="788532"/>
      </dsp:txXfrm>
    </dsp:sp>
    <dsp:sp modelId="{74A0D09A-AE7B-A947-87D8-BCFA7A093962}">
      <dsp:nvSpPr>
        <dsp:cNvPr id="0" name=""/>
        <dsp:cNvSpPr/>
      </dsp:nvSpPr>
      <dsp:spPr>
        <a:xfrm>
          <a:off x="5762088" y="383207"/>
          <a:ext cx="2438703" cy="6571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Electron Probe Micro-Analysis (EPMA)</a:t>
          </a:r>
        </a:p>
      </dsp:txBody>
      <dsp:txXfrm>
        <a:off x="5781334" y="402453"/>
        <a:ext cx="2400211" cy="618618"/>
      </dsp:txXfrm>
    </dsp:sp>
    <dsp:sp modelId="{848E5F57-3549-4E48-9BF7-D7192A242FC0}">
      <dsp:nvSpPr>
        <dsp:cNvPr id="0" name=""/>
        <dsp:cNvSpPr/>
      </dsp:nvSpPr>
      <dsp:spPr>
        <a:xfrm>
          <a:off x="4722199" y="1040317"/>
          <a:ext cx="2259240" cy="262844"/>
        </a:xfrm>
        <a:custGeom>
          <a:avLst/>
          <a:gdLst/>
          <a:ahLst/>
          <a:cxnLst/>
          <a:rect l="0" t="0" r="0" b="0"/>
          <a:pathLst>
            <a:path>
              <a:moveTo>
                <a:pt x="2259240" y="0"/>
              </a:moveTo>
              <a:lnTo>
                <a:pt x="2259240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5C876-BE5D-8F48-8364-7540B7EA3277}">
      <dsp:nvSpPr>
        <dsp:cNvPr id="0" name=""/>
        <dsp:cNvSpPr/>
      </dsp:nvSpPr>
      <dsp:spPr>
        <a:xfrm>
          <a:off x="3626652" y="1303161"/>
          <a:ext cx="2191094" cy="657110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“Olivine major element composition analysis by EPMA” </a:t>
          </a:r>
        </a:p>
      </dsp:txBody>
      <dsp:txXfrm>
        <a:off x="3645898" y="1322407"/>
        <a:ext cx="2152602" cy="618618"/>
      </dsp:txXfrm>
    </dsp:sp>
    <dsp:sp modelId="{8681C9DB-0C42-0842-8343-896A310F3AA8}">
      <dsp:nvSpPr>
        <dsp:cNvPr id="0" name=""/>
        <dsp:cNvSpPr/>
      </dsp:nvSpPr>
      <dsp:spPr>
        <a:xfrm>
          <a:off x="3761176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961023" y="0"/>
              </a:moveTo>
              <a:lnTo>
                <a:pt x="961023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0FEF0C-27AB-9A43-B603-128FBFA09DC8}">
      <dsp:nvSpPr>
        <dsp:cNvPr id="0" name=""/>
        <dsp:cNvSpPr/>
      </dsp:nvSpPr>
      <dsp:spPr>
        <a:xfrm>
          <a:off x="3268343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Protocol A (LDEO)</a:t>
          </a:r>
        </a:p>
      </dsp:txBody>
      <dsp:txXfrm>
        <a:off x="3287589" y="2242361"/>
        <a:ext cx="947173" cy="618618"/>
      </dsp:txXfrm>
    </dsp:sp>
    <dsp:sp modelId="{E7E688CA-B0BA-6347-AE5A-2C45B1F8037B}">
      <dsp:nvSpPr>
        <dsp:cNvPr id="0" name=""/>
        <dsp:cNvSpPr/>
      </dsp:nvSpPr>
      <dsp:spPr>
        <a:xfrm>
          <a:off x="3715456" y="2880225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931D1-960A-8845-A9B6-417DE61F8999}">
      <dsp:nvSpPr>
        <dsp:cNvPr id="0" name=""/>
        <dsp:cNvSpPr/>
      </dsp:nvSpPr>
      <dsp:spPr>
        <a:xfrm>
          <a:off x="3268343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03/01/2026</a:t>
          </a:r>
        </a:p>
      </dsp:txBody>
      <dsp:txXfrm>
        <a:off x="3287589" y="3162315"/>
        <a:ext cx="947173" cy="618618"/>
      </dsp:txXfrm>
    </dsp:sp>
    <dsp:sp modelId="{AC7175C3-40C6-7C49-9286-7BC714C0BE33}">
      <dsp:nvSpPr>
        <dsp:cNvPr id="0" name=""/>
        <dsp:cNvSpPr/>
      </dsp:nvSpPr>
      <dsp:spPr>
        <a:xfrm>
          <a:off x="3715456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CC3EF-3CEA-6C4A-A41E-E7FA0299CA26}">
      <dsp:nvSpPr>
        <dsp:cNvPr id="0" name=""/>
        <dsp:cNvSpPr/>
      </dsp:nvSpPr>
      <dsp:spPr>
        <a:xfrm>
          <a:off x="3268343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A</a:t>
          </a:r>
        </a:p>
      </dsp:txBody>
      <dsp:txXfrm>
        <a:off x="3287589" y="4082269"/>
        <a:ext cx="947173" cy="618618"/>
      </dsp:txXfrm>
    </dsp:sp>
    <dsp:sp modelId="{65B2F8F6-0DD9-5A45-903F-B69BF4B60F2A}">
      <dsp:nvSpPr>
        <dsp:cNvPr id="0" name=""/>
        <dsp:cNvSpPr/>
      </dsp:nvSpPr>
      <dsp:spPr>
        <a:xfrm>
          <a:off x="4722199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961023" y="131422"/>
              </a:lnTo>
              <a:lnTo>
                <a:pt x="961023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36F25B-C5F7-9546-B7F9-5B517B9B3482}">
      <dsp:nvSpPr>
        <dsp:cNvPr id="0" name=""/>
        <dsp:cNvSpPr/>
      </dsp:nvSpPr>
      <dsp:spPr>
        <a:xfrm>
          <a:off x="5190390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Protocol B (NASA JSC)</a:t>
          </a:r>
        </a:p>
      </dsp:txBody>
      <dsp:txXfrm>
        <a:off x="5209636" y="2242361"/>
        <a:ext cx="947173" cy="618618"/>
      </dsp:txXfrm>
    </dsp:sp>
    <dsp:sp modelId="{66AF5F28-DD5D-8C46-A7B6-566FC9010140}">
      <dsp:nvSpPr>
        <dsp:cNvPr id="0" name=""/>
        <dsp:cNvSpPr/>
      </dsp:nvSpPr>
      <dsp:spPr>
        <a:xfrm>
          <a:off x="5042541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640682" y="0"/>
              </a:moveTo>
              <a:lnTo>
                <a:pt x="640682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6E74F9-8714-8C47-997B-DAE60AC8AA6B}">
      <dsp:nvSpPr>
        <dsp:cNvPr id="0" name=""/>
        <dsp:cNvSpPr/>
      </dsp:nvSpPr>
      <dsp:spPr>
        <a:xfrm>
          <a:off x="4549708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05/01/2026</a:t>
          </a:r>
        </a:p>
      </dsp:txBody>
      <dsp:txXfrm>
        <a:off x="4568954" y="3162315"/>
        <a:ext cx="947173" cy="618618"/>
      </dsp:txXfrm>
    </dsp:sp>
    <dsp:sp modelId="{F09FBD9E-A720-CD4F-A239-C31A163420D3}">
      <dsp:nvSpPr>
        <dsp:cNvPr id="0" name=""/>
        <dsp:cNvSpPr/>
      </dsp:nvSpPr>
      <dsp:spPr>
        <a:xfrm>
          <a:off x="4996821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1C50DD-288A-AB45-81FC-4A0037131875}">
      <dsp:nvSpPr>
        <dsp:cNvPr id="0" name=""/>
        <dsp:cNvSpPr/>
      </dsp:nvSpPr>
      <dsp:spPr>
        <a:xfrm>
          <a:off x="4549708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B</a:t>
          </a:r>
        </a:p>
      </dsp:txBody>
      <dsp:txXfrm>
        <a:off x="4568954" y="4082269"/>
        <a:ext cx="947173" cy="618618"/>
      </dsp:txXfrm>
    </dsp:sp>
    <dsp:sp modelId="{3809BE24-A202-944D-A8A6-50BA960F036B}">
      <dsp:nvSpPr>
        <dsp:cNvPr id="0" name=""/>
        <dsp:cNvSpPr/>
      </dsp:nvSpPr>
      <dsp:spPr>
        <a:xfrm>
          <a:off x="5683223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640682" y="131422"/>
              </a:lnTo>
              <a:lnTo>
                <a:pt x="640682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BC08CC-4B0B-1247-9F93-B0CED89FD641}">
      <dsp:nvSpPr>
        <dsp:cNvPr id="0" name=""/>
        <dsp:cNvSpPr/>
      </dsp:nvSpPr>
      <dsp:spPr>
        <a:xfrm>
          <a:off x="5831073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05/20/2026</a:t>
          </a:r>
        </a:p>
      </dsp:txBody>
      <dsp:txXfrm>
        <a:off x="5850319" y="3162315"/>
        <a:ext cx="947173" cy="618618"/>
      </dsp:txXfrm>
    </dsp:sp>
    <dsp:sp modelId="{F74FBE11-A6B4-B149-8E7F-D09DDEEC7694}">
      <dsp:nvSpPr>
        <dsp:cNvPr id="0" name=""/>
        <dsp:cNvSpPr/>
      </dsp:nvSpPr>
      <dsp:spPr>
        <a:xfrm>
          <a:off x="6278185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941406-84C7-3E4B-9791-216F62F8BFEB}">
      <dsp:nvSpPr>
        <dsp:cNvPr id="0" name=""/>
        <dsp:cNvSpPr/>
      </dsp:nvSpPr>
      <dsp:spPr>
        <a:xfrm>
          <a:off x="5831073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C</a:t>
          </a:r>
        </a:p>
      </dsp:txBody>
      <dsp:txXfrm>
        <a:off x="5850319" y="4082269"/>
        <a:ext cx="947173" cy="618618"/>
      </dsp:txXfrm>
    </dsp:sp>
    <dsp:sp modelId="{CBD7DE1D-8D05-934B-929D-D26542C04AF3}">
      <dsp:nvSpPr>
        <dsp:cNvPr id="0" name=""/>
        <dsp:cNvSpPr/>
      </dsp:nvSpPr>
      <dsp:spPr>
        <a:xfrm>
          <a:off x="6981440" y="1040317"/>
          <a:ext cx="2225535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2225535" y="131422"/>
              </a:lnTo>
              <a:lnTo>
                <a:pt x="2225535" y="262844"/>
              </a:lnTo>
            </a:path>
          </a:pathLst>
        </a:custGeom>
        <a:noFill/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8B8A4-6442-A741-A29B-A261CF8294A6}">
      <dsp:nvSpPr>
        <dsp:cNvPr id="0" name=""/>
        <dsp:cNvSpPr/>
      </dsp:nvSpPr>
      <dsp:spPr>
        <a:xfrm>
          <a:off x="8077724" y="1303161"/>
          <a:ext cx="2258503" cy="657110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“Carbonate trace element composition analysis by EPMA”</a:t>
          </a:r>
        </a:p>
      </dsp:txBody>
      <dsp:txXfrm>
        <a:off x="8096970" y="1322407"/>
        <a:ext cx="2220011" cy="618618"/>
      </dsp:txXfrm>
    </dsp:sp>
    <dsp:sp modelId="{CBE016BA-6CFD-F346-A970-F85A0DE8228E}">
      <dsp:nvSpPr>
        <dsp:cNvPr id="0" name=""/>
        <dsp:cNvSpPr/>
      </dsp:nvSpPr>
      <dsp:spPr>
        <a:xfrm>
          <a:off x="8245952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961023" y="0"/>
              </a:moveTo>
              <a:lnTo>
                <a:pt x="961023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12BE6D-A214-8447-AD88-561563634CCE}">
      <dsp:nvSpPr>
        <dsp:cNvPr id="0" name=""/>
        <dsp:cNvSpPr/>
      </dsp:nvSpPr>
      <dsp:spPr>
        <a:xfrm>
          <a:off x="7753120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Protocol A (NASA JSC)</a:t>
          </a:r>
        </a:p>
      </dsp:txBody>
      <dsp:txXfrm>
        <a:off x="7772366" y="2242361"/>
        <a:ext cx="947173" cy="618618"/>
      </dsp:txXfrm>
    </dsp:sp>
    <dsp:sp modelId="{A089F4F0-B0E0-894A-8802-599CEDE8BD77}">
      <dsp:nvSpPr>
        <dsp:cNvPr id="0" name=""/>
        <dsp:cNvSpPr/>
      </dsp:nvSpPr>
      <dsp:spPr>
        <a:xfrm>
          <a:off x="7605270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640682" y="0"/>
              </a:moveTo>
              <a:lnTo>
                <a:pt x="640682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B93D97-A4AA-B442-8261-77A8E9305376}">
      <dsp:nvSpPr>
        <dsp:cNvPr id="0" name=""/>
        <dsp:cNvSpPr/>
      </dsp:nvSpPr>
      <dsp:spPr>
        <a:xfrm>
          <a:off x="7112437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04/15/2026</a:t>
          </a:r>
        </a:p>
      </dsp:txBody>
      <dsp:txXfrm>
        <a:off x="7131683" y="3162315"/>
        <a:ext cx="947173" cy="618618"/>
      </dsp:txXfrm>
    </dsp:sp>
    <dsp:sp modelId="{FBBB18F4-EF61-4644-9A52-2A5F81413501}">
      <dsp:nvSpPr>
        <dsp:cNvPr id="0" name=""/>
        <dsp:cNvSpPr/>
      </dsp:nvSpPr>
      <dsp:spPr>
        <a:xfrm>
          <a:off x="7559550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01FB86-DF6A-A047-BCBC-5A55822B4EF6}">
      <dsp:nvSpPr>
        <dsp:cNvPr id="0" name=""/>
        <dsp:cNvSpPr/>
      </dsp:nvSpPr>
      <dsp:spPr>
        <a:xfrm>
          <a:off x="7112437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D</a:t>
          </a:r>
        </a:p>
      </dsp:txBody>
      <dsp:txXfrm>
        <a:off x="7131683" y="4082269"/>
        <a:ext cx="947173" cy="618618"/>
      </dsp:txXfrm>
    </dsp:sp>
    <dsp:sp modelId="{FC3B64D0-D65B-B84A-BC8D-1A5A9A8CAF9B}">
      <dsp:nvSpPr>
        <dsp:cNvPr id="0" name=""/>
        <dsp:cNvSpPr/>
      </dsp:nvSpPr>
      <dsp:spPr>
        <a:xfrm>
          <a:off x="8245952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640682" y="131422"/>
              </a:lnTo>
              <a:lnTo>
                <a:pt x="640682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04AE65-3957-5A44-8F65-FFC19B07C367}">
      <dsp:nvSpPr>
        <dsp:cNvPr id="0" name=""/>
        <dsp:cNvSpPr/>
      </dsp:nvSpPr>
      <dsp:spPr>
        <a:xfrm>
          <a:off x="8393802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04/15/2026</a:t>
          </a:r>
        </a:p>
      </dsp:txBody>
      <dsp:txXfrm>
        <a:off x="8413048" y="3162315"/>
        <a:ext cx="947173" cy="618618"/>
      </dsp:txXfrm>
    </dsp:sp>
    <dsp:sp modelId="{249C977D-1D4E-0F4E-B739-9FFB733129CA}">
      <dsp:nvSpPr>
        <dsp:cNvPr id="0" name=""/>
        <dsp:cNvSpPr/>
      </dsp:nvSpPr>
      <dsp:spPr>
        <a:xfrm>
          <a:off x="8840915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9ECEC-4CBA-EF4E-8795-42AA16BFE980}">
      <dsp:nvSpPr>
        <dsp:cNvPr id="0" name=""/>
        <dsp:cNvSpPr/>
      </dsp:nvSpPr>
      <dsp:spPr>
        <a:xfrm>
          <a:off x="8393802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E</a:t>
          </a:r>
        </a:p>
      </dsp:txBody>
      <dsp:txXfrm>
        <a:off x="8413048" y="4082269"/>
        <a:ext cx="947173" cy="618618"/>
      </dsp:txXfrm>
    </dsp:sp>
    <dsp:sp modelId="{F4B9F306-F5A8-C548-A465-5C45A09ABADA}">
      <dsp:nvSpPr>
        <dsp:cNvPr id="0" name=""/>
        <dsp:cNvSpPr/>
      </dsp:nvSpPr>
      <dsp:spPr>
        <a:xfrm>
          <a:off x="9206976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961023" y="131422"/>
              </a:lnTo>
              <a:lnTo>
                <a:pt x="961023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B45151-BC35-934D-A443-50FF33624F17}">
      <dsp:nvSpPr>
        <dsp:cNvPr id="0" name=""/>
        <dsp:cNvSpPr/>
      </dsp:nvSpPr>
      <dsp:spPr>
        <a:xfrm>
          <a:off x="9675167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Protocol B (Caltech)</a:t>
          </a:r>
        </a:p>
      </dsp:txBody>
      <dsp:txXfrm>
        <a:off x="9694413" y="2242361"/>
        <a:ext cx="947173" cy="618618"/>
      </dsp:txXfrm>
    </dsp:sp>
    <dsp:sp modelId="{81117A2E-163C-2E49-B2A9-4CD38F0A1D70}">
      <dsp:nvSpPr>
        <dsp:cNvPr id="0" name=""/>
        <dsp:cNvSpPr/>
      </dsp:nvSpPr>
      <dsp:spPr>
        <a:xfrm>
          <a:off x="10122280" y="2880225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B3B03-69DE-704B-9F2B-16113641C9C1}">
      <dsp:nvSpPr>
        <dsp:cNvPr id="0" name=""/>
        <dsp:cNvSpPr/>
      </dsp:nvSpPr>
      <dsp:spPr>
        <a:xfrm>
          <a:off x="9675167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03/25/2026</a:t>
          </a:r>
        </a:p>
      </dsp:txBody>
      <dsp:txXfrm>
        <a:off x="9694413" y="3162315"/>
        <a:ext cx="947173" cy="618618"/>
      </dsp:txXfrm>
    </dsp:sp>
    <dsp:sp modelId="{240BD3EC-2517-7F4D-BA97-32EDD0D994E8}">
      <dsp:nvSpPr>
        <dsp:cNvPr id="0" name=""/>
        <dsp:cNvSpPr/>
      </dsp:nvSpPr>
      <dsp:spPr>
        <a:xfrm>
          <a:off x="10122280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C41C7-B7AC-DD4D-9705-F775F78620D5}">
      <dsp:nvSpPr>
        <dsp:cNvPr id="0" name=""/>
        <dsp:cNvSpPr/>
      </dsp:nvSpPr>
      <dsp:spPr>
        <a:xfrm>
          <a:off x="9675167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F</a:t>
          </a:r>
        </a:p>
      </dsp:txBody>
      <dsp:txXfrm>
        <a:off x="9694413" y="4082269"/>
        <a:ext cx="947173" cy="6186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BE206-30D2-CD4F-9BC6-4D1F0431D022}">
      <dsp:nvSpPr>
        <dsp:cNvPr id="0" name=""/>
        <dsp:cNvSpPr/>
      </dsp:nvSpPr>
      <dsp:spPr>
        <a:xfrm>
          <a:off x="0" y="3997312"/>
          <a:ext cx="10882169" cy="788532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kern="1200" dirty="0"/>
            <a:t>Data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b="0" i="1" kern="1200" dirty="0"/>
            <a:t>The product of a procedure</a:t>
          </a:r>
        </a:p>
      </dsp:txBody>
      <dsp:txXfrm>
        <a:off x="0" y="3997312"/>
        <a:ext cx="3264650" cy="788532"/>
      </dsp:txXfrm>
    </dsp:sp>
    <dsp:sp modelId="{E990D230-1044-1549-900F-250EDEF2C090}">
      <dsp:nvSpPr>
        <dsp:cNvPr id="0" name=""/>
        <dsp:cNvSpPr/>
      </dsp:nvSpPr>
      <dsp:spPr>
        <a:xfrm>
          <a:off x="0" y="3077358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kern="1200" dirty="0"/>
            <a:t>Procedure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b="0" i="1" kern="1200" dirty="0"/>
            <a:t>The implementation of a protocol</a:t>
          </a:r>
        </a:p>
      </dsp:txBody>
      <dsp:txXfrm>
        <a:off x="0" y="3077358"/>
        <a:ext cx="3264650" cy="788532"/>
      </dsp:txXfrm>
    </dsp:sp>
    <dsp:sp modelId="{348091E3-23F9-7B46-91CE-C3FAF6AAB5B9}">
      <dsp:nvSpPr>
        <dsp:cNvPr id="0" name=""/>
        <dsp:cNvSpPr/>
      </dsp:nvSpPr>
      <dsp:spPr>
        <a:xfrm>
          <a:off x="0" y="2157404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kern="1200" dirty="0"/>
            <a:t>Protocol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i="1" kern="1200" dirty="0"/>
            <a:t>The recipe of a method</a:t>
          </a:r>
        </a:p>
      </dsp:txBody>
      <dsp:txXfrm>
        <a:off x="0" y="2157404"/>
        <a:ext cx="3264650" cy="788532"/>
      </dsp:txXfrm>
    </dsp:sp>
    <dsp:sp modelId="{01A8851F-7AB1-C44D-A69A-D4E59505F4BA}">
      <dsp:nvSpPr>
        <dsp:cNvPr id="0" name=""/>
        <dsp:cNvSpPr/>
      </dsp:nvSpPr>
      <dsp:spPr>
        <a:xfrm>
          <a:off x="0" y="1237450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u="none" kern="1200" dirty="0"/>
            <a:t>Method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i="1" kern="1200" dirty="0"/>
            <a:t>The application of a technique</a:t>
          </a:r>
          <a:endParaRPr lang="en-US" sz="1400" kern="1200" dirty="0"/>
        </a:p>
      </dsp:txBody>
      <dsp:txXfrm>
        <a:off x="0" y="1237450"/>
        <a:ext cx="3264650" cy="788532"/>
      </dsp:txXfrm>
    </dsp:sp>
    <dsp:sp modelId="{8BD55588-4678-5542-A4B4-C5269E8A4E33}">
      <dsp:nvSpPr>
        <dsp:cNvPr id="0" name=""/>
        <dsp:cNvSpPr/>
      </dsp:nvSpPr>
      <dsp:spPr>
        <a:xfrm>
          <a:off x="0" y="317496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u="none" kern="1200" dirty="0"/>
            <a:t>Technique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i="1" kern="1200" dirty="0"/>
            <a:t>The chemical or physical principle</a:t>
          </a:r>
        </a:p>
      </dsp:txBody>
      <dsp:txXfrm>
        <a:off x="0" y="317496"/>
        <a:ext cx="3264650" cy="788532"/>
      </dsp:txXfrm>
    </dsp:sp>
    <dsp:sp modelId="{74A0D09A-AE7B-A947-87D8-BCFA7A093962}">
      <dsp:nvSpPr>
        <dsp:cNvPr id="0" name=""/>
        <dsp:cNvSpPr/>
      </dsp:nvSpPr>
      <dsp:spPr>
        <a:xfrm>
          <a:off x="5762088" y="383207"/>
          <a:ext cx="2438703" cy="6571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Electron Probe Micro-Analysis (EPMA)</a:t>
          </a:r>
        </a:p>
      </dsp:txBody>
      <dsp:txXfrm>
        <a:off x="5781334" y="402453"/>
        <a:ext cx="2400211" cy="618618"/>
      </dsp:txXfrm>
    </dsp:sp>
    <dsp:sp modelId="{848E5F57-3549-4E48-9BF7-D7192A242FC0}">
      <dsp:nvSpPr>
        <dsp:cNvPr id="0" name=""/>
        <dsp:cNvSpPr/>
      </dsp:nvSpPr>
      <dsp:spPr>
        <a:xfrm>
          <a:off x="4722199" y="1040317"/>
          <a:ext cx="2259240" cy="262844"/>
        </a:xfrm>
        <a:custGeom>
          <a:avLst/>
          <a:gdLst/>
          <a:ahLst/>
          <a:cxnLst/>
          <a:rect l="0" t="0" r="0" b="0"/>
          <a:pathLst>
            <a:path>
              <a:moveTo>
                <a:pt x="2259240" y="0"/>
              </a:moveTo>
              <a:lnTo>
                <a:pt x="2259240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5C876-BE5D-8F48-8364-7540B7EA3277}">
      <dsp:nvSpPr>
        <dsp:cNvPr id="0" name=""/>
        <dsp:cNvSpPr/>
      </dsp:nvSpPr>
      <dsp:spPr>
        <a:xfrm>
          <a:off x="3626652" y="1303161"/>
          <a:ext cx="2191094" cy="657110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“Olivine major element composition analysis by EPMA” </a:t>
          </a:r>
        </a:p>
      </dsp:txBody>
      <dsp:txXfrm>
        <a:off x="3645898" y="1322407"/>
        <a:ext cx="2152602" cy="618618"/>
      </dsp:txXfrm>
    </dsp:sp>
    <dsp:sp modelId="{8681C9DB-0C42-0842-8343-896A310F3AA8}">
      <dsp:nvSpPr>
        <dsp:cNvPr id="0" name=""/>
        <dsp:cNvSpPr/>
      </dsp:nvSpPr>
      <dsp:spPr>
        <a:xfrm>
          <a:off x="3761176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961023" y="0"/>
              </a:moveTo>
              <a:lnTo>
                <a:pt x="961023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0FEF0C-27AB-9A43-B603-128FBFA09DC8}">
      <dsp:nvSpPr>
        <dsp:cNvPr id="0" name=""/>
        <dsp:cNvSpPr/>
      </dsp:nvSpPr>
      <dsp:spPr>
        <a:xfrm>
          <a:off x="3268343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Protocol A (LDEO)</a:t>
          </a:r>
        </a:p>
      </dsp:txBody>
      <dsp:txXfrm>
        <a:off x="3287589" y="2242361"/>
        <a:ext cx="947173" cy="618618"/>
      </dsp:txXfrm>
    </dsp:sp>
    <dsp:sp modelId="{E7E688CA-B0BA-6347-AE5A-2C45B1F8037B}">
      <dsp:nvSpPr>
        <dsp:cNvPr id="0" name=""/>
        <dsp:cNvSpPr/>
      </dsp:nvSpPr>
      <dsp:spPr>
        <a:xfrm>
          <a:off x="3715456" y="2880225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931D1-960A-8845-A9B6-417DE61F8999}">
      <dsp:nvSpPr>
        <dsp:cNvPr id="0" name=""/>
        <dsp:cNvSpPr/>
      </dsp:nvSpPr>
      <dsp:spPr>
        <a:xfrm>
          <a:off x="3268343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03/01/2026</a:t>
          </a:r>
        </a:p>
      </dsp:txBody>
      <dsp:txXfrm>
        <a:off x="3287589" y="3162315"/>
        <a:ext cx="947173" cy="618618"/>
      </dsp:txXfrm>
    </dsp:sp>
    <dsp:sp modelId="{AC7175C3-40C6-7C49-9286-7BC714C0BE33}">
      <dsp:nvSpPr>
        <dsp:cNvPr id="0" name=""/>
        <dsp:cNvSpPr/>
      </dsp:nvSpPr>
      <dsp:spPr>
        <a:xfrm>
          <a:off x="3715456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CC3EF-3CEA-6C4A-A41E-E7FA0299CA26}">
      <dsp:nvSpPr>
        <dsp:cNvPr id="0" name=""/>
        <dsp:cNvSpPr/>
      </dsp:nvSpPr>
      <dsp:spPr>
        <a:xfrm>
          <a:off x="3268343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A</a:t>
          </a:r>
        </a:p>
      </dsp:txBody>
      <dsp:txXfrm>
        <a:off x="3287589" y="4082269"/>
        <a:ext cx="947173" cy="618618"/>
      </dsp:txXfrm>
    </dsp:sp>
    <dsp:sp modelId="{65B2F8F6-0DD9-5A45-903F-B69BF4B60F2A}">
      <dsp:nvSpPr>
        <dsp:cNvPr id="0" name=""/>
        <dsp:cNvSpPr/>
      </dsp:nvSpPr>
      <dsp:spPr>
        <a:xfrm>
          <a:off x="4722199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961023" y="131422"/>
              </a:lnTo>
              <a:lnTo>
                <a:pt x="961023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36F25B-C5F7-9546-B7F9-5B517B9B3482}">
      <dsp:nvSpPr>
        <dsp:cNvPr id="0" name=""/>
        <dsp:cNvSpPr/>
      </dsp:nvSpPr>
      <dsp:spPr>
        <a:xfrm>
          <a:off x="5190390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Protocol B (NASA JSC)</a:t>
          </a:r>
        </a:p>
      </dsp:txBody>
      <dsp:txXfrm>
        <a:off x="5209636" y="2242361"/>
        <a:ext cx="947173" cy="618618"/>
      </dsp:txXfrm>
    </dsp:sp>
    <dsp:sp modelId="{66AF5F28-DD5D-8C46-A7B6-566FC9010140}">
      <dsp:nvSpPr>
        <dsp:cNvPr id="0" name=""/>
        <dsp:cNvSpPr/>
      </dsp:nvSpPr>
      <dsp:spPr>
        <a:xfrm>
          <a:off x="5042541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640682" y="0"/>
              </a:moveTo>
              <a:lnTo>
                <a:pt x="640682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6E74F9-8714-8C47-997B-DAE60AC8AA6B}">
      <dsp:nvSpPr>
        <dsp:cNvPr id="0" name=""/>
        <dsp:cNvSpPr/>
      </dsp:nvSpPr>
      <dsp:spPr>
        <a:xfrm>
          <a:off x="4549708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05/01/2026</a:t>
          </a:r>
        </a:p>
      </dsp:txBody>
      <dsp:txXfrm>
        <a:off x="4568954" y="3162315"/>
        <a:ext cx="947173" cy="618618"/>
      </dsp:txXfrm>
    </dsp:sp>
    <dsp:sp modelId="{F09FBD9E-A720-CD4F-A239-C31A163420D3}">
      <dsp:nvSpPr>
        <dsp:cNvPr id="0" name=""/>
        <dsp:cNvSpPr/>
      </dsp:nvSpPr>
      <dsp:spPr>
        <a:xfrm>
          <a:off x="4996821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1C50DD-288A-AB45-81FC-4A0037131875}">
      <dsp:nvSpPr>
        <dsp:cNvPr id="0" name=""/>
        <dsp:cNvSpPr/>
      </dsp:nvSpPr>
      <dsp:spPr>
        <a:xfrm>
          <a:off x="4549708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B</a:t>
          </a:r>
        </a:p>
      </dsp:txBody>
      <dsp:txXfrm>
        <a:off x="4568954" y="4082269"/>
        <a:ext cx="947173" cy="618618"/>
      </dsp:txXfrm>
    </dsp:sp>
    <dsp:sp modelId="{3809BE24-A202-944D-A8A6-50BA960F036B}">
      <dsp:nvSpPr>
        <dsp:cNvPr id="0" name=""/>
        <dsp:cNvSpPr/>
      </dsp:nvSpPr>
      <dsp:spPr>
        <a:xfrm>
          <a:off x="5683223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640682" y="131422"/>
              </a:lnTo>
              <a:lnTo>
                <a:pt x="640682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BC08CC-4B0B-1247-9F93-B0CED89FD641}">
      <dsp:nvSpPr>
        <dsp:cNvPr id="0" name=""/>
        <dsp:cNvSpPr/>
      </dsp:nvSpPr>
      <dsp:spPr>
        <a:xfrm>
          <a:off x="5831073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05/20/2026</a:t>
          </a:r>
        </a:p>
      </dsp:txBody>
      <dsp:txXfrm>
        <a:off x="5850319" y="3162315"/>
        <a:ext cx="947173" cy="618618"/>
      </dsp:txXfrm>
    </dsp:sp>
    <dsp:sp modelId="{F74FBE11-A6B4-B149-8E7F-D09DDEEC7694}">
      <dsp:nvSpPr>
        <dsp:cNvPr id="0" name=""/>
        <dsp:cNvSpPr/>
      </dsp:nvSpPr>
      <dsp:spPr>
        <a:xfrm>
          <a:off x="6278185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941406-84C7-3E4B-9791-216F62F8BFEB}">
      <dsp:nvSpPr>
        <dsp:cNvPr id="0" name=""/>
        <dsp:cNvSpPr/>
      </dsp:nvSpPr>
      <dsp:spPr>
        <a:xfrm>
          <a:off x="5831073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C</a:t>
          </a:r>
        </a:p>
      </dsp:txBody>
      <dsp:txXfrm>
        <a:off x="5850319" y="4082269"/>
        <a:ext cx="947173" cy="618618"/>
      </dsp:txXfrm>
    </dsp:sp>
    <dsp:sp modelId="{CBD7DE1D-8D05-934B-929D-D26542C04AF3}">
      <dsp:nvSpPr>
        <dsp:cNvPr id="0" name=""/>
        <dsp:cNvSpPr/>
      </dsp:nvSpPr>
      <dsp:spPr>
        <a:xfrm>
          <a:off x="6981440" y="1040317"/>
          <a:ext cx="2225535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2225535" y="131422"/>
              </a:lnTo>
              <a:lnTo>
                <a:pt x="2225535" y="262844"/>
              </a:lnTo>
            </a:path>
          </a:pathLst>
        </a:custGeom>
        <a:noFill/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8B8A4-6442-A741-A29B-A261CF8294A6}">
      <dsp:nvSpPr>
        <dsp:cNvPr id="0" name=""/>
        <dsp:cNvSpPr/>
      </dsp:nvSpPr>
      <dsp:spPr>
        <a:xfrm>
          <a:off x="8077724" y="1303161"/>
          <a:ext cx="2258503" cy="657110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“Carbonate trace element composition analysis by EPMA”</a:t>
          </a:r>
        </a:p>
      </dsp:txBody>
      <dsp:txXfrm>
        <a:off x="8096970" y="1322407"/>
        <a:ext cx="2220011" cy="618618"/>
      </dsp:txXfrm>
    </dsp:sp>
    <dsp:sp modelId="{CBE016BA-6CFD-F346-A970-F85A0DE8228E}">
      <dsp:nvSpPr>
        <dsp:cNvPr id="0" name=""/>
        <dsp:cNvSpPr/>
      </dsp:nvSpPr>
      <dsp:spPr>
        <a:xfrm>
          <a:off x="8245952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961023" y="0"/>
              </a:moveTo>
              <a:lnTo>
                <a:pt x="961023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12BE6D-A214-8447-AD88-561563634CCE}">
      <dsp:nvSpPr>
        <dsp:cNvPr id="0" name=""/>
        <dsp:cNvSpPr/>
      </dsp:nvSpPr>
      <dsp:spPr>
        <a:xfrm>
          <a:off x="7753120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Protocol A (NASA JSC)</a:t>
          </a:r>
        </a:p>
      </dsp:txBody>
      <dsp:txXfrm>
        <a:off x="7772366" y="2242361"/>
        <a:ext cx="947173" cy="618618"/>
      </dsp:txXfrm>
    </dsp:sp>
    <dsp:sp modelId="{A089F4F0-B0E0-894A-8802-599CEDE8BD77}">
      <dsp:nvSpPr>
        <dsp:cNvPr id="0" name=""/>
        <dsp:cNvSpPr/>
      </dsp:nvSpPr>
      <dsp:spPr>
        <a:xfrm>
          <a:off x="7605270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640682" y="0"/>
              </a:moveTo>
              <a:lnTo>
                <a:pt x="640682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B93D97-A4AA-B442-8261-77A8E9305376}">
      <dsp:nvSpPr>
        <dsp:cNvPr id="0" name=""/>
        <dsp:cNvSpPr/>
      </dsp:nvSpPr>
      <dsp:spPr>
        <a:xfrm>
          <a:off x="7112437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04/15/2026</a:t>
          </a:r>
        </a:p>
      </dsp:txBody>
      <dsp:txXfrm>
        <a:off x="7131683" y="3162315"/>
        <a:ext cx="947173" cy="618618"/>
      </dsp:txXfrm>
    </dsp:sp>
    <dsp:sp modelId="{FBBB18F4-EF61-4644-9A52-2A5F81413501}">
      <dsp:nvSpPr>
        <dsp:cNvPr id="0" name=""/>
        <dsp:cNvSpPr/>
      </dsp:nvSpPr>
      <dsp:spPr>
        <a:xfrm>
          <a:off x="7559550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01FB86-DF6A-A047-BCBC-5A55822B4EF6}">
      <dsp:nvSpPr>
        <dsp:cNvPr id="0" name=""/>
        <dsp:cNvSpPr/>
      </dsp:nvSpPr>
      <dsp:spPr>
        <a:xfrm>
          <a:off x="7112437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D</a:t>
          </a:r>
        </a:p>
      </dsp:txBody>
      <dsp:txXfrm>
        <a:off x="7131683" y="4082269"/>
        <a:ext cx="947173" cy="618618"/>
      </dsp:txXfrm>
    </dsp:sp>
    <dsp:sp modelId="{FC3B64D0-D65B-B84A-BC8D-1A5A9A8CAF9B}">
      <dsp:nvSpPr>
        <dsp:cNvPr id="0" name=""/>
        <dsp:cNvSpPr/>
      </dsp:nvSpPr>
      <dsp:spPr>
        <a:xfrm>
          <a:off x="8245952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640682" y="131422"/>
              </a:lnTo>
              <a:lnTo>
                <a:pt x="640682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04AE65-3957-5A44-8F65-FFC19B07C367}">
      <dsp:nvSpPr>
        <dsp:cNvPr id="0" name=""/>
        <dsp:cNvSpPr/>
      </dsp:nvSpPr>
      <dsp:spPr>
        <a:xfrm>
          <a:off x="8393802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04/15/2026</a:t>
          </a:r>
        </a:p>
      </dsp:txBody>
      <dsp:txXfrm>
        <a:off x="8413048" y="3162315"/>
        <a:ext cx="947173" cy="618618"/>
      </dsp:txXfrm>
    </dsp:sp>
    <dsp:sp modelId="{249C977D-1D4E-0F4E-B739-9FFB733129CA}">
      <dsp:nvSpPr>
        <dsp:cNvPr id="0" name=""/>
        <dsp:cNvSpPr/>
      </dsp:nvSpPr>
      <dsp:spPr>
        <a:xfrm>
          <a:off x="8840915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9ECEC-4CBA-EF4E-8795-42AA16BFE980}">
      <dsp:nvSpPr>
        <dsp:cNvPr id="0" name=""/>
        <dsp:cNvSpPr/>
      </dsp:nvSpPr>
      <dsp:spPr>
        <a:xfrm>
          <a:off x="8393802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E</a:t>
          </a:r>
        </a:p>
      </dsp:txBody>
      <dsp:txXfrm>
        <a:off x="8413048" y="4082269"/>
        <a:ext cx="947173" cy="618618"/>
      </dsp:txXfrm>
    </dsp:sp>
    <dsp:sp modelId="{F4B9F306-F5A8-C548-A465-5C45A09ABADA}">
      <dsp:nvSpPr>
        <dsp:cNvPr id="0" name=""/>
        <dsp:cNvSpPr/>
      </dsp:nvSpPr>
      <dsp:spPr>
        <a:xfrm>
          <a:off x="9206976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961023" y="131422"/>
              </a:lnTo>
              <a:lnTo>
                <a:pt x="961023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B45151-BC35-934D-A443-50FF33624F17}">
      <dsp:nvSpPr>
        <dsp:cNvPr id="0" name=""/>
        <dsp:cNvSpPr/>
      </dsp:nvSpPr>
      <dsp:spPr>
        <a:xfrm>
          <a:off x="9675167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Protocol B (Caltech)</a:t>
          </a:r>
        </a:p>
      </dsp:txBody>
      <dsp:txXfrm>
        <a:off x="9694413" y="2242361"/>
        <a:ext cx="947173" cy="618618"/>
      </dsp:txXfrm>
    </dsp:sp>
    <dsp:sp modelId="{81117A2E-163C-2E49-B2A9-4CD38F0A1D70}">
      <dsp:nvSpPr>
        <dsp:cNvPr id="0" name=""/>
        <dsp:cNvSpPr/>
      </dsp:nvSpPr>
      <dsp:spPr>
        <a:xfrm>
          <a:off x="10122280" y="2880225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B3B03-69DE-704B-9F2B-16113641C9C1}">
      <dsp:nvSpPr>
        <dsp:cNvPr id="0" name=""/>
        <dsp:cNvSpPr/>
      </dsp:nvSpPr>
      <dsp:spPr>
        <a:xfrm>
          <a:off x="9675167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Analysis Session 03/25/2026</a:t>
          </a:r>
        </a:p>
      </dsp:txBody>
      <dsp:txXfrm>
        <a:off x="9694413" y="3162315"/>
        <a:ext cx="947173" cy="618618"/>
      </dsp:txXfrm>
    </dsp:sp>
    <dsp:sp modelId="{240BD3EC-2517-7F4D-BA97-32EDD0D994E8}">
      <dsp:nvSpPr>
        <dsp:cNvPr id="0" name=""/>
        <dsp:cNvSpPr/>
      </dsp:nvSpPr>
      <dsp:spPr>
        <a:xfrm>
          <a:off x="10122280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C41C7-B7AC-DD4D-9705-F775F78620D5}">
      <dsp:nvSpPr>
        <dsp:cNvPr id="0" name=""/>
        <dsp:cNvSpPr/>
      </dsp:nvSpPr>
      <dsp:spPr>
        <a:xfrm>
          <a:off x="9675167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F</a:t>
          </a:r>
        </a:p>
      </dsp:txBody>
      <dsp:txXfrm>
        <a:off x="9694413" y="4082269"/>
        <a:ext cx="947173" cy="6186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8BBDE9-90C6-7B49-A416-994198C0915A}">
      <dsp:nvSpPr>
        <dsp:cNvPr id="0" name=""/>
        <dsp:cNvSpPr/>
      </dsp:nvSpPr>
      <dsp:spPr>
        <a:xfrm rot="5400000">
          <a:off x="6872275" y="-3015881"/>
          <a:ext cx="556665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Protocol Name, Protocol Author, Lab, Protocol DOI, Coupled Protocol…</a:t>
          </a:r>
        </a:p>
      </dsp:txBody>
      <dsp:txXfrm rot="-5400000">
        <a:off x="3785616" y="97952"/>
        <a:ext cx="6702810" cy="502317"/>
      </dsp:txXfrm>
    </dsp:sp>
    <dsp:sp modelId="{45DB622D-5C8C-DD45-9698-273880179C57}">
      <dsp:nvSpPr>
        <dsp:cNvPr id="0" name=""/>
        <dsp:cNvSpPr/>
      </dsp:nvSpPr>
      <dsp:spPr>
        <a:xfrm>
          <a:off x="0" y="1195"/>
          <a:ext cx="3785616" cy="6958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Protocol Identification</a:t>
          </a:r>
        </a:p>
      </dsp:txBody>
      <dsp:txXfrm>
        <a:off x="33968" y="35163"/>
        <a:ext cx="3717680" cy="627895"/>
      </dsp:txXfrm>
    </dsp:sp>
    <dsp:sp modelId="{088CA1C6-D3F4-ED4E-8F9F-5C7A253AA076}">
      <dsp:nvSpPr>
        <dsp:cNvPr id="0" name=""/>
        <dsp:cNvSpPr/>
      </dsp:nvSpPr>
      <dsp:spPr>
        <a:xfrm rot="5400000">
          <a:off x="6872275" y="-2285257"/>
          <a:ext cx="556665" cy="672998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Target Material, Sample Preparation…</a:t>
          </a:r>
        </a:p>
      </dsp:txBody>
      <dsp:txXfrm rot="-5400000">
        <a:off x="3785616" y="828576"/>
        <a:ext cx="6702810" cy="502317"/>
      </dsp:txXfrm>
    </dsp:sp>
    <dsp:sp modelId="{F3C5457F-C3F3-2D4C-8C65-6BC2D8D17209}">
      <dsp:nvSpPr>
        <dsp:cNvPr id="0" name=""/>
        <dsp:cNvSpPr/>
      </dsp:nvSpPr>
      <dsp:spPr>
        <a:xfrm>
          <a:off x="0" y="731818"/>
          <a:ext cx="3785616" cy="69583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Samples</a:t>
          </a:r>
        </a:p>
      </dsp:txBody>
      <dsp:txXfrm>
        <a:off x="33968" y="765786"/>
        <a:ext cx="3717680" cy="627895"/>
      </dsp:txXfrm>
    </dsp:sp>
    <dsp:sp modelId="{D2069653-5216-3D44-93F5-413079A97CE7}">
      <dsp:nvSpPr>
        <dsp:cNvPr id="0" name=""/>
        <dsp:cNvSpPr/>
      </dsp:nvSpPr>
      <dsp:spPr>
        <a:xfrm rot="5400000">
          <a:off x="6872275" y="-1554634"/>
          <a:ext cx="556665" cy="672998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Instrument Type, Instrument Configuration, Data Acquisition Software…</a:t>
          </a:r>
        </a:p>
      </dsp:txBody>
      <dsp:txXfrm rot="-5400000">
        <a:off x="3785616" y="1559199"/>
        <a:ext cx="6702810" cy="502317"/>
      </dsp:txXfrm>
    </dsp:sp>
    <dsp:sp modelId="{8EF4B87F-F77D-5F42-96B9-0A6680280896}">
      <dsp:nvSpPr>
        <dsp:cNvPr id="0" name=""/>
        <dsp:cNvSpPr/>
      </dsp:nvSpPr>
      <dsp:spPr>
        <a:xfrm>
          <a:off x="0" y="1462441"/>
          <a:ext cx="3785616" cy="6958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Instrument &amp; Software</a:t>
          </a:r>
        </a:p>
      </dsp:txBody>
      <dsp:txXfrm>
        <a:off x="33968" y="1496409"/>
        <a:ext cx="3717680" cy="627895"/>
      </dsp:txXfrm>
    </dsp:sp>
    <dsp:sp modelId="{B16A41D8-4F89-3345-83D8-70EDC63A69A8}">
      <dsp:nvSpPr>
        <dsp:cNvPr id="0" name=""/>
        <dsp:cNvSpPr/>
      </dsp:nvSpPr>
      <dsp:spPr>
        <a:xfrm rot="5400000">
          <a:off x="6872275" y="-824011"/>
          <a:ext cx="556665" cy="672998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Analytical Mode, Tuning Method, Instrument Settings, Analyte… </a:t>
          </a:r>
        </a:p>
      </dsp:txBody>
      <dsp:txXfrm rot="-5400000">
        <a:off x="3785616" y="2289822"/>
        <a:ext cx="6702810" cy="502317"/>
      </dsp:txXfrm>
    </dsp:sp>
    <dsp:sp modelId="{7F8FD23C-4BB0-E246-94DB-1AF2A1906D0E}">
      <dsp:nvSpPr>
        <dsp:cNvPr id="0" name=""/>
        <dsp:cNvSpPr/>
      </dsp:nvSpPr>
      <dsp:spPr>
        <a:xfrm>
          <a:off x="0" y="2193064"/>
          <a:ext cx="3785616" cy="69583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Measurement Info</a:t>
          </a:r>
        </a:p>
      </dsp:txBody>
      <dsp:txXfrm>
        <a:off x="33968" y="2227032"/>
        <a:ext cx="3717680" cy="627895"/>
      </dsp:txXfrm>
    </dsp:sp>
    <dsp:sp modelId="{63BF7112-70B1-1F41-B557-EFE6527D4864}">
      <dsp:nvSpPr>
        <dsp:cNvPr id="0" name=""/>
        <dsp:cNvSpPr/>
      </dsp:nvSpPr>
      <dsp:spPr>
        <a:xfrm rot="5400000">
          <a:off x="6872275" y="-93388"/>
          <a:ext cx="556665" cy="6729984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Data Reduction Method, Blank Correction Method…</a:t>
          </a:r>
        </a:p>
      </dsp:txBody>
      <dsp:txXfrm rot="-5400000">
        <a:off x="3785616" y="3020445"/>
        <a:ext cx="6702810" cy="502317"/>
      </dsp:txXfrm>
    </dsp:sp>
    <dsp:sp modelId="{C9109870-C3EB-4348-9056-F14FD44BE617}">
      <dsp:nvSpPr>
        <dsp:cNvPr id="0" name=""/>
        <dsp:cNvSpPr/>
      </dsp:nvSpPr>
      <dsp:spPr>
        <a:xfrm>
          <a:off x="0" y="2923688"/>
          <a:ext cx="3785616" cy="69583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 Processing</a:t>
          </a:r>
        </a:p>
      </dsp:txBody>
      <dsp:txXfrm>
        <a:off x="33968" y="2957656"/>
        <a:ext cx="3717680" cy="627895"/>
      </dsp:txXfrm>
    </dsp:sp>
    <dsp:sp modelId="{AF7D1422-E1F8-404F-BC1A-B77F9F1ADAF2}">
      <dsp:nvSpPr>
        <dsp:cNvPr id="0" name=""/>
        <dsp:cNvSpPr/>
      </dsp:nvSpPr>
      <dsp:spPr>
        <a:xfrm rot="5400000">
          <a:off x="6872275" y="637235"/>
          <a:ext cx="556665" cy="6729984"/>
        </a:xfrm>
        <a:prstGeom prst="round2SameRect">
          <a:avLst/>
        </a:prstGeom>
        <a:solidFill>
          <a:schemeClr val="accent4">
            <a:lumMod val="40000"/>
            <a:lumOff val="60000"/>
            <a:alpha val="90000"/>
          </a:schemeClr>
        </a:solidFill>
        <a:ln w="19050" cap="flat" cmpd="sng" algn="ctr">
          <a:solidFill>
            <a:srgbClr val="00B0F0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Precision, Accuracy, Detection Limit, Reference Material…</a:t>
          </a:r>
        </a:p>
      </dsp:txBody>
      <dsp:txXfrm rot="-5400000">
        <a:off x="3785616" y="3751068"/>
        <a:ext cx="6702810" cy="502317"/>
      </dsp:txXfrm>
    </dsp:sp>
    <dsp:sp modelId="{ED124163-433A-3A4B-8A59-4095FEEA3476}">
      <dsp:nvSpPr>
        <dsp:cNvPr id="0" name=""/>
        <dsp:cNvSpPr/>
      </dsp:nvSpPr>
      <dsp:spPr>
        <a:xfrm>
          <a:off x="0" y="3654311"/>
          <a:ext cx="3785616" cy="695831"/>
        </a:xfrm>
        <a:prstGeom prst="roundRect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QC &amp; Uncertainty</a:t>
          </a:r>
        </a:p>
      </dsp:txBody>
      <dsp:txXfrm>
        <a:off x="33968" y="3688279"/>
        <a:ext cx="3717680" cy="627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8500-3AED-E911-3D65-78FF6EEDA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0B447-24A0-E60C-714D-331EE1E11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69EEA-D7C4-3F85-7C16-C0DD2F3B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83270-6C81-FCEA-9910-B7A58D67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56DB8-4C0F-0ECE-411A-26B3110C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3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3BCE-E366-0A9D-831E-D4531A65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1052D-7D86-5012-79AE-2A1DEDFB0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3E723-3AFB-3CA8-9E34-4FDEE20E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587ED-B62A-72C4-14CA-3E1B5C7D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F7CA-FC71-59B0-434B-6AE9200BC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5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8480-1087-99D2-C0B4-5E1B9E94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C98BB-63BC-979A-6510-A14107B70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14A37-8877-76D4-F5FA-593AB2CD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7D2B4-BDAA-93F4-41FF-C24ADE11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76A9C-F44B-64B7-BD01-6C405CE6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2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FDA4-4194-BF05-A079-6D5D57846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F0ECE-61CC-119B-8F05-9977AA7C3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75D28-FFF8-584C-A802-96D0A0E43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3C090-6D31-4669-F3FC-C5A02965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B3320-6F88-2CB8-100B-42C234DF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6512F-D3AA-8D75-DC26-3636E41B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7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BCFD-FE0D-0689-561D-DBB4EACE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43C6A-B2A3-7719-D307-858F6079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C21B4-0472-E4CD-A066-E976C88CC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C2DB1-7FEB-2D32-A3DC-91DD2AFC2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1E616-8D55-6EF3-43FD-C8F9A81D2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82F68-9AE7-1212-6801-A2969234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ACD21-63C8-4AC9-E7D6-10BE06CF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9977B0-2E81-2947-C00A-36D35948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52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A730-5EF1-5B33-85CC-335DCE27C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6B2FD-B7B3-C05F-D462-614C6BCB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00F94-B0D8-8123-7EA1-2DBBD6D0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01A3F-B0F4-2BEF-417B-C28B985A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29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4B5482-8926-C485-C87D-BED62656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FE968-1F47-8A09-FB56-82D814A24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684F9-4998-18BD-59AE-F3191660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6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0C18-D1C8-E500-B45D-4044DD2EE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5AF48-BFE1-CFD7-4FFA-F1CDE7991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E4AB1-DD26-5C3E-DE43-062FF35B2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16B70-FB86-5B5F-9A77-AB3422E4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2732D-6D54-7120-1F0B-C858D9DE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011D4-0F12-1E2B-C9B3-61735B63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16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8E94-C13D-61BC-2FEB-E31814D95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47A4A0-1E12-3B91-63BA-767456A43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DAC95-2A4F-D582-E49C-378FF377E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116A8-BE51-6329-5111-8DD36D79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3EF08-EAE8-5712-6C5A-10C56DB50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B9D89-B90E-832A-1239-261C37B8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1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3DA7-41DE-0455-9256-FFADA87D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CD62C-2240-A174-267B-3C500966B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93B81-2914-2E68-AA75-48C95EEC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23A87-73A3-4CD8-29FD-51BC7874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5CC7-6566-5607-4A18-512D7A8E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1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E2788-37D0-2803-B7DF-92D1A437C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F583E-DCB2-36D7-E2D7-5DBE906BC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B6FEE-40DE-E34F-5CF5-881BC7DD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4F024-3564-977C-B1D4-7D866865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3269D-6560-89D0-59B6-02900683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3F5E46-F543-6D55-1281-1237B549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C88E1-64F8-5803-C90B-B727D8B42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34D2B-B4B0-25C2-C545-9FEDD4D69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0FFFE-8DA9-074D-B834-6ACB0EAC9AF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B4F0D-C2CE-0AEA-A161-5116552DE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04429-A44E-A46B-73A3-EA6615FF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17" Type="http://schemas.openxmlformats.org/officeDocument/2006/relationships/image" Target="../media/image21.svg"/><Relationship Id="rId2" Type="http://schemas.openxmlformats.org/officeDocument/2006/relationships/image" Target="../media/image6.sv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4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A676-BB8F-B9EC-9B0E-CD22BAF65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7011" y="1132637"/>
            <a:ext cx="9719352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Technique-Aligned Protocol Profile (TAPP) for Better Metadata Reporting and Curation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13E5F-7A51-8AFF-796D-B2075838E7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Ruolin Deng</a:t>
            </a:r>
          </a:p>
          <a:p>
            <a:r>
              <a:rPr lang="en-US" dirty="0"/>
              <a:t>June 2026</a:t>
            </a:r>
          </a:p>
          <a:p>
            <a:r>
              <a:rPr lang="en-US" dirty="0"/>
              <a:t>Geoinformatics Research Group</a:t>
            </a:r>
          </a:p>
          <a:p>
            <a:r>
              <a:rPr lang="en-US" dirty="0"/>
              <a:t>LDEO-Columbia University</a:t>
            </a:r>
          </a:p>
        </p:txBody>
      </p:sp>
    </p:spTree>
    <p:extLst>
      <p:ext uri="{BB962C8B-B14F-4D97-AF65-F5344CB8AC3E}">
        <p14:creationId xmlns:p14="http://schemas.microsoft.com/office/powerpoint/2010/main" val="1107054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1D14-4BD9-67BB-DAC0-DC9D303DE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Metadata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6DB91-EC9D-4171-5314-118095F35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TLDR: Data about other data.</a:t>
            </a:r>
          </a:p>
          <a:p>
            <a:r>
              <a:rPr lang="en-US" dirty="0"/>
              <a:t>Wiki: Metadata (or metainformation) is data (or information) that defines and describes the characteristics of other data.</a:t>
            </a:r>
            <a:r>
              <a:rPr lang="en-US" baseline="30000" dirty="0"/>
              <a:t> </a:t>
            </a:r>
            <a:r>
              <a:rPr lang="en-US" dirty="0"/>
              <a:t>It often helps to describe, explain, locate, or otherwise make data easier to retrieve, use, or manage.</a:t>
            </a:r>
          </a:p>
        </p:txBody>
      </p:sp>
    </p:spTree>
    <p:extLst>
      <p:ext uri="{BB962C8B-B14F-4D97-AF65-F5344CB8AC3E}">
        <p14:creationId xmlns:p14="http://schemas.microsoft.com/office/powerpoint/2010/main" val="281985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3F9A-F61A-5B53-CC64-80075E7E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in Metadata Reporting and Curation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17BD8-9DEE-EDB4-713D-6C319DBF6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2375"/>
          </a:xfrm>
        </p:spPr>
        <p:txBody>
          <a:bodyPr>
            <a:normAutofit fontScale="92500"/>
          </a:bodyPr>
          <a:lstStyle/>
          <a:p>
            <a:r>
              <a:rPr lang="en-US" dirty="0"/>
              <a:t>Decoupled data and metadata between database and publication</a:t>
            </a:r>
          </a:p>
          <a:p>
            <a:pPr lvl="1"/>
            <a:r>
              <a:rPr lang="en-US" dirty="0"/>
              <a:t>Both data and metadata are reported in publications, while databases focus more on capturing complete datasets than complete metadata.</a:t>
            </a:r>
          </a:p>
          <a:p>
            <a:pPr lvl="1"/>
            <a:r>
              <a:rPr lang="en-US" dirty="0"/>
              <a:t>Issue: Difficulty in data quality evaluation and reproducibility by database users</a:t>
            </a:r>
          </a:p>
          <a:p>
            <a:r>
              <a:rPr lang="en-US" dirty="0"/>
              <a:t>Inconsistent metadata reporting standards</a:t>
            </a:r>
          </a:p>
          <a:p>
            <a:pPr lvl="1"/>
            <a:r>
              <a:rPr lang="en-US" dirty="0"/>
              <a:t>Databases and publishers all have different metadata reporting requirements;</a:t>
            </a:r>
          </a:p>
          <a:p>
            <a:pPr lvl="1"/>
            <a:r>
              <a:rPr lang="en-US" dirty="0"/>
              <a:t>General standards are often too broad, while specified standards are too few.</a:t>
            </a:r>
          </a:p>
          <a:p>
            <a:pPr lvl="1"/>
            <a:r>
              <a:rPr lang="en-US" dirty="0"/>
              <a:t>Issue: Insufficient metadata reporting.</a:t>
            </a:r>
          </a:p>
          <a:p>
            <a:r>
              <a:rPr lang="en-US" dirty="0"/>
              <a:t>Not in machine-readable or AI-ready formats</a:t>
            </a:r>
          </a:p>
          <a:p>
            <a:pPr lvl="1"/>
            <a:r>
              <a:rPr lang="en-US" dirty="0"/>
              <a:t>Metadata is usually reported in tables, footnotes, or natural language descriptions in the main text.</a:t>
            </a:r>
          </a:p>
          <a:p>
            <a:pPr lvl="1"/>
            <a:r>
              <a:rPr lang="en-US" dirty="0"/>
              <a:t>Issue: Difficulty in setting up search algorithm for metadata or applying machine-learning/AI tools.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139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51CE-660B-2638-F0C0-BD6199855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Metadata in Geoscience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E5304-E726-882C-8ABC-ECA22CE3F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0932"/>
          </a:xfrm>
        </p:spPr>
        <p:txBody>
          <a:bodyPr>
            <a:normAutofit/>
          </a:bodyPr>
          <a:lstStyle/>
          <a:p>
            <a:r>
              <a:rPr lang="en-US" dirty="0"/>
              <a:t>Dataset Metadata:</a:t>
            </a:r>
          </a:p>
          <a:p>
            <a:pPr lvl="1"/>
            <a:r>
              <a:rPr lang="en-US" dirty="0"/>
              <a:t>Title, dataset creator, publication date, data type… </a:t>
            </a:r>
          </a:p>
          <a:p>
            <a:pPr lvl="1"/>
            <a:r>
              <a:rPr lang="en-US" dirty="0"/>
              <a:t>Usually required in a database.</a:t>
            </a:r>
          </a:p>
          <a:p>
            <a:r>
              <a:rPr lang="en-US" dirty="0"/>
              <a:t>Sample Metadata:</a:t>
            </a:r>
          </a:p>
          <a:p>
            <a:pPr lvl="1"/>
            <a:r>
              <a:rPr lang="en-US" dirty="0"/>
              <a:t>Sample name, material, unique persistent identifier (e.g., IGSN)…</a:t>
            </a:r>
          </a:p>
          <a:p>
            <a:pPr lvl="1"/>
            <a:r>
              <a:rPr lang="en-US" dirty="0"/>
              <a:t>Usually required in a database.</a:t>
            </a:r>
          </a:p>
          <a:p>
            <a:r>
              <a:rPr lang="en-US" dirty="0"/>
              <a:t>Analytical Metadata:</a:t>
            </a:r>
          </a:p>
          <a:p>
            <a:pPr lvl="1"/>
            <a:r>
              <a:rPr lang="en-US" dirty="0"/>
              <a:t>Technique, Method: usually required in a database</a:t>
            </a:r>
          </a:p>
          <a:p>
            <a:pPr lvl="1"/>
            <a:r>
              <a:rPr lang="en-US" dirty="0"/>
              <a:t>Protocol, Procedure: not commonly required in a database, nor is it easy to standardize reporting requirements. This is where TAPP is designed to help improve.</a:t>
            </a:r>
          </a:p>
        </p:txBody>
      </p:sp>
    </p:spTree>
    <p:extLst>
      <p:ext uri="{BB962C8B-B14F-4D97-AF65-F5344CB8AC3E}">
        <p14:creationId xmlns:p14="http://schemas.microsoft.com/office/powerpoint/2010/main" val="3622172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40C6-06C8-4E53-C590-A1A43A02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E897F-6EE2-D11E-CB4D-E611025B3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569" y="1825625"/>
            <a:ext cx="6037155" cy="4351338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US" b="1" dirty="0"/>
              <a:t>Technique:</a:t>
            </a:r>
            <a:r>
              <a:rPr lang="en-US" dirty="0"/>
              <a:t> </a:t>
            </a:r>
            <a:r>
              <a:rPr lang="en-US" b="1" u="sng" dirty="0"/>
              <a:t>a set of chemical or physical principles</a:t>
            </a:r>
            <a:r>
              <a:rPr lang="en-US" dirty="0"/>
              <a:t> </a:t>
            </a:r>
            <a:r>
              <a:rPr lang="en-US" dirty="0" err="1"/>
              <a:t>utilised</a:t>
            </a:r>
            <a:r>
              <a:rPr lang="en-US" dirty="0"/>
              <a:t> on an apparatus, instrument, or collection of instruments which can be applied to a sample, material or other medium to yield qualitative or quantitative data.</a:t>
            </a:r>
          </a:p>
          <a:p>
            <a:pPr fontAlgn="base"/>
            <a:r>
              <a:rPr lang="en-US" b="1" dirty="0">
                <a:solidFill>
                  <a:srgbClr val="00B050"/>
                </a:solidFill>
              </a:rPr>
              <a:t>Method: </a:t>
            </a:r>
            <a:r>
              <a:rPr lang="en-US" u="sng" dirty="0">
                <a:solidFill>
                  <a:srgbClr val="00B050"/>
                </a:solidFill>
              </a:rPr>
              <a:t>an application of </a:t>
            </a:r>
            <a:r>
              <a:rPr lang="en-US" b="1" u="sng" dirty="0">
                <a:solidFill>
                  <a:srgbClr val="00B050"/>
                </a:solidFill>
              </a:rPr>
              <a:t>a technique</a:t>
            </a:r>
            <a:r>
              <a:rPr lang="en-US" u="sng" dirty="0">
                <a:solidFill>
                  <a:srgbClr val="00B050"/>
                </a:solidFill>
              </a:rPr>
              <a:t> to </a:t>
            </a:r>
            <a:r>
              <a:rPr lang="en-US" b="1" u="sng" dirty="0">
                <a:solidFill>
                  <a:srgbClr val="00B050"/>
                </a:solidFill>
              </a:rPr>
              <a:t>a sample, material, or other medium</a:t>
            </a:r>
            <a:r>
              <a:rPr lang="en-US" u="sng" dirty="0">
                <a:solidFill>
                  <a:srgbClr val="00B050"/>
                </a:solidFill>
              </a:rPr>
              <a:t> to acquire </a:t>
            </a:r>
            <a:r>
              <a:rPr lang="en-US" b="1" u="sng" dirty="0">
                <a:solidFill>
                  <a:srgbClr val="00B050"/>
                </a:solidFill>
              </a:rPr>
              <a:t>a specific data type or types</a:t>
            </a:r>
            <a:r>
              <a:rPr lang="en-US" dirty="0">
                <a:solidFill>
                  <a:srgbClr val="00B050"/>
                </a:solidFill>
              </a:rPr>
              <a:t>, which may provide results and interpretable outcomes. </a:t>
            </a:r>
          </a:p>
          <a:p>
            <a:pPr fontAlgn="base"/>
            <a:r>
              <a:rPr lang="en-US" b="1" dirty="0">
                <a:solidFill>
                  <a:srgbClr val="0070C0"/>
                </a:solidFill>
              </a:rPr>
              <a:t>Protocol: </a:t>
            </a:r>
            <a:r>
              <a:rPr lang="en-US" b="1" u="sng" dirty="0">
                <a:solidFill>
                  <a:srgbClr val="0070C0"/>
                </a:solidFill>
              </a:rPr>
              <a:t>a set of stringent guidelines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that specify a procedure that an analyst must follow. “</a:t>
            </a:r>
            <a:r>
              <a:rPr lang="en-US" b="1" dirty="0">
                <a:solidFill>
                  <a:srgbClr val="0070C0"/>
                </a:solidFill>
              </a:rPr>
              <a:t>What must be done</a:t>
            </a:r>
            <a:r>
              <a:rPr lang="en-US" dirty="0">
                <a:solidFill>
                  <a:srgbClr val="0070C0"/>
                </a:solidFill>
              </a:rPr>
              <a:t>”.  specifies method properties and procedures at the instance level. 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Procedure: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documentation of the actual implementation of a protocol. “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was done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”. We will avoid using this term for now to minimize confusion with “protocol”.</a:t>
            </a:r>
          </a:p>
        </p:txBody>
      </p:sp>
      <p:pic>
        <p:nvPicPr>
          <p:cNvPr id="1026" name="Picture 2" descr="Inductively Coupled Plasma Mass Spectrometry : SHIMADZU (Shimadzu  Corporation)">
            <a:extLst>
              <a:ext uri="{FF2B5EF4-FFF2-40B4-BE49-F238E27FC236}">
                <a16:creationId xmlns:a16="http://schemas.microsoft.com/office/drawing/2014/main" id="{B86F033F-FE77-1A95-E7B8-EF6245D99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614" y="685410"/>
            <a:ext cx="2165131" cy="108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Deckorators 17 inches x 10-1/2 inches x 8 inches Gray Small  Landscape Rock : Patio, Lawn &amp; Garden">
            <a:extLst>
              <a:ext uri="{FF2B5EF4-FFF2-40B4-BE49-F238E27FC236}">
                <a16:creationId xmlns:a16="http://schemas.microsoft.com/office/drawing/2014/main" id="{A229E919-6D55-268E-6CF7-E0211A5B8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3" t="24258" r="17792" b="28831"/>
          <a:stretch>
            <a:fillRect/>
          </a:stretch>
        </p:blipFill>
        <p:spPr bwMode="auto">
          <a:xfrm>
            <a:off x="7643676" y="1939946"/>
            <a:ext cx="1313793" cy="94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hiny - How to use DataTables in a Shiny App">
            <a:extLst>
              <a:ext uri="{FF2B5EF4-FFF2-40B4-BE49-F238E27FC236}">
                <a16:creationId xmlns:a16="http://schemas.microsoft.com/office/drawing/2014/main" id="{9F731D75-D3DA-9422-295A-93B64E33A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221" y="1914943"/>
            <a:ext cx="1177048" cy="97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8C042D7-AEAB-D356-FAF6-877EB496D63B}"/>
              </a:ext>
            </a:extLst>
          </p:cNvPr>
          <p:cNvSpPr/>
          <p:nvPr/>
        </p:nvSpPr>
        <p:spPr>
          <a:xfrm>
            <a:off x="7822351" y="550473"/>
            <a:ext cx="2753655" cy="134425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615FE3-4A03-5682-DA50-5135A2DBF509}"/>
              </a:ext>
            </a:extLst>
          </p:cNvPr>
          <p:cNvSpPr/>
          <p:nvPr/>
        </p:nvSpPr>
        <p:spPr>
          <a:xfrm>
            <a:off x="7202214" y="0"/>
            <a:ext cx="4151586" cy="332930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Workflow Diagram: How to create? Benefits and Examples | Creatio">
            <a:extLst>
              <a:ext uri="{FF2B5EF4-FFF2-40B4-BE49-F238E27FC236}">
                <a16:creationId xmlns:a16="http://schemas.microsoft.com/office/drawing/2014/main" id="{061831EB-34A4-B35D-FF7C-5C9845FA4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380" y="3297582"/>
            <a:ext cx="3344917" cy="170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aboratory Technician Job Description &amp; Salary | SkillPointe">
            <a:extLst>
              <a:ext uri="{FF2B5EF4-FFF2-40B4-BE49-F238E27FC236}">
                <a16:creationId xmlns:a16="http://schemas.microsoft.com/office/drawing/2014/main" id="{C87614D7-2EF6-DC5B-C732-93D11D42F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614" y="5163044"/>
            <a:ext cx="2280444" cy="1520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20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6B372-8AE4-8036-45E4-969D5F04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D20E-A4AC-ECD9-ABD5-2A0DB86F15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371A7-8DD5-E535-83B9-AA7F9F18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Recommended best practices for reporting protocols.</a:t>
            </a:r>
          </a:p>
        </p:txBody>
      </p:sp>
    </p:spTree>
    <p:extLst>
      <p:ext uri="{BB962C8B-B14F-4D97-AF65-F5344CB8AC3E}">
        <p14:creationId xmlns:p14="http://schemas.microsoft.com/office/powerpoint/2010/main" val="90234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5CEA-48D9-D7EE-DD19-D448BC2B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1EEF44F-261F-8F59-429B-7D04F29AE2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2787106"/>
              </p:ext>
            </p:extLst>
          </p:nvPr>
        </p:nvGraphicFramePr>
        <p:xfrm>
          <a:off x="1000896" y="1507524"/>
          <a:ext cx="10882169" cy="5103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Left Bracket 2">
            <a:extLst>
              <a:ext uri="{FF2B5EF4-FFF2-40B4-BE49-F238E27FC236}">
                <a16:creationId xmlns:a16="http://schemas.microsoft.com/office/drawing/2014/main" id="{E065C388-44DA-E96F-A46F-6415E996EB16}"/>
              </a:ext>
            </a:extLst>
          </p:cNvPr>
          <p:cNvSpPr/>
          <p:nvPr/>
        </p:nvSpPr>
        <p:spPr>
          <a:xfrm>
            <a:off x="481914" y="1958507"/>
            <a:ext cx="325530" cy="3317095"/>
          </a:xfrm>
          <a:prstGeom prst="leftBracket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6B571-18F0-1841-B51D-E6A7E2141A03}"/>
              </a:ext>
            </a:extLst>
          </p:cNvPr>
          <p:cNvSpPr txBox="1"/>
          <p:nvPr/>
        </p:nvSpPr>
        <p:spPr>
          <a:xfrm rot="16200000">
            <a:off x="-418524" y="3247722"/>
            <a:ext cx="1800878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Metadata</a:t>
            </a:r>
          </a:p>
          <a:p>
            <a:pPr algn="ctr"/>
            <a:r>
              <a:rPr lang="en-US" sz="1400" b="1" i="1" dirty="0"/>
              <a:t>The data about data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63B79B-34CA-81BB-A48F-2C8C7092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TAPP</a:t>
            </a:r>
          </a:p>
        </p:txBody>
      </p:sp>
    </p:spTree>
    <p:extLst>
      <p:ext uri="{BB962C8B-B14F-4D97-AF65-F5344CB8AC3E}">
        <p14:creationId xmlns:p14="http://schemas.microsoft.com/office/powerpoint/2010/main" val="3117419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A005-9764-9D97-6BB7-6F944BE1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FF4624B-6FEF-177F-2FED-4EDD580DCE42}"/>
              </a:ext>
            </a:extLst>
          </p:cNvPr>
          <p:cNvGraphicFramePr/>
          <p:nvPr/>
        </p:nvGraphicFramePr>
        <p:xfrm>
          <a:off x="1000896" y="1507524"/>
          <a:ext cx="10882169" cy="5103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Left Bracket 2">
            <a:extLst>
              <a:ext uri="{FF2B5EF4-FFF2-40B4-BE49-F238E27FC236}">
                <a16:creationId xmlns:a16="http://schemas.microsoft.com/office/drawing/2014/main" id="{07399E25-6F17-44F0-5EFD-2E1CC3731E91}"/>
              </a:ext>
            </a:extLst>
          </p:cNvPr>
          <p:cNvSpPr/>
          <p:nvPr/>
        </p:nvSpPr>
        <p:spPr>
          <a:xfrm>
            <a:off x="481914" y="1958507"/>
            <a:ext cx="325530" cy="3317095"/>
          </a:xfrm>
          <a:prstGeom prst="leftBracket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98312-EFE3-9261-2AFD-522E12D0E04D}"/>
              </a:ext>
            </a:extLst>
          </p:cNvPr>
          <p:cNvSpPr txBox="1"/>
          <p:nvPr/>
        </p:nvSpPr>
        <p:spPr>
          <a:xfrm rot="16200000">
            <a:off x="-418524" y="3247722"/>
            <a:ext cx="1800878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Metadata</a:t>
            </a:r>
          </a:p>
          <a:p>
            <a:pPr algn="ctr"/>
            <a:r>
              <a:rPr lang="en-US" sz="1400" b="1" i="1" dirty="0"/>
              <a:t>The data about data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00A136-DF0D-1266-D168-7B91A117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TAPP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1155CF-08D1-15D3-BD12-3732667EAD32}"/>
              </a:ext>
            </a:extLst>
          </p:cNvPr>
          <p:cNvSpPr/>
          <p:nvPr/>
        </p:nvSpPr>
        <p:spPr>
          <a:xfrm>
            <a:off x="851247" y="3583459"/>
            <a:ext cx="11171877" cy="93403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87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C9BE-4537-9900-082E-50D1B0D5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TAPP Structure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091D862-09D1-2103-6169-4C84B57EC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0779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145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575F66-528E-48F7-DA12-44A424D983E0}"/>
              </a:ext>
            </a:extLst>
          </p:cNvPr>
          <p:cNvSpPr/>
          <p:nvPr/>
        </p:nvSpPr>
        <p:spPr>
          <a:xfrm>
            <a:off x="4409301" y="196775"/>
            <a:ext cx="3225113" cy="6425513"/>
          </a:xfrm>
          <a:prstGeom prst="roundRect">
            <a:avLst/>
          </a:prstGeom>
          <a:solidFill>
            <a:srgbClr val="AAF5DA"/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652BB26-D811-AED5-4435-F308E0F8DF9B}"/>
              </a:ext>
            </a:extLst>
          </p:cNvPr>
          <p:cNvSpPr/>
          <p:nvPr/>
        </p:nvSpPr>
        <p:spPr>
          <a:xfrm>
            <a:off x="782594" y="196775"/>
            <a:ext cx="3225113" cy="64255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475CC2-0BC9-C2E8-4222-BC96EB63A030}"/>
              </a:ext>
            </a:extLst>
          </p:cNvPr>
          <p:cNvSpPr/>
          <p:nvPr/>
        </p:nvSpPr>
        <p:spPr>
          <a:xfrm>
            <a:off x="8040128" y="196775"/>
            <a:ext cx="3225113" cy="64255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 descr="Brain in head with solid fill">
            <a:extLst>
              <a:ext uri="{FF2B5EF4-FFF2-40B4-BE49-F238E27FC236}">
                <a16:creationId xmlns:a16="http://schemas.microsoft.com/office/drawing/2014/main" id="{644ED858-F655-B8B1-0E6B-8B6B680C8B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538" y="324286"/>
            <a:ext cx="580767" cy="580767"/>
          </a:xfrm>
          <a:prstGeom prst="rect">
            <a:avLst/>
          </a:prstGeom>
        </p:spPr>
      </p:pic>
      <p:pic>
        <p:nvPicPr>
          <p:cNvPr id="10" name="Graphic 9" descr="Atom with solid fill">
            <a:extLst>
              <a:ext uri="{FF2B5EF4-FFF2-40B4-BE49-F238E27FC236}">
                <a16:creationId xmlns:a16="http://schemas.microsoft.com/office/drawing/2014/main" id="{701A7E49-5E02-AB16-F842-0E7F13DCE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9934" y="339734"/>
            <a:ext cx="586946" cy="5869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D25C1A-8054-D4E6-2DC3-82AEA2451400}"/>
              </a:ext>
            </a:extLst>
          </p:cNvPr>
          <p:cNvSpPr txBox="1"/>
          <p:nvPr/>
        </p:nvSpPr>
        <p:spPr>
          <a:xfrm>
            <a:off x="1811881" y="448541"/>
            <a:ext cx="197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Human Experts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FB45A79-5685-8F5D-F240-C0543DD6980B}"/>
              </a:ext>
            </a:extLst>
          </p:cNvPr>
          <p:cNvSpPr/>
          <p:nvPr/>
        </p:nvSpPr>
        <p:spPr>
          <a:xfrm>
            <a:off x="992654" y="2090410"/>
            <a:ext cx="2659793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Seed Methodology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Papers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D7D8454-E942-A8A8-7817-7861BE479A0B}"/>
              </a:ext>
            </a:extLst>
          </p:cNvPr>
          <p:cNvSpPr/>
          <p:nvPr/>
        </p:nvSpPr>
        <p:spPr>
          <a:xfrm>
            <a:off x="989567" y="3105038"/>
            <a:ext cx="2659792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Protocol Applications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32A4D73-CB66-5BD2-9133-18CED2E016B3}"/>
              </a:ext>
            </a:extLst>
          </p:cNvPr>
          <p:cNvSpPr/>
          <p:nvPr/>
        </p:nvSpPr>
        <p:spPr>
          <a:xfrm>
            <a:off x="4743449" y="2090410"/>
            <a:ext cx="2544460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TAPP Generation Agent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8C2E5EC-E78B-1C4B-5680-5E404A09CFB6}"/>
              </a:ext>
            </a:extLst>
          </p:cNvPr>
          <p:cNvSpPr/>
          <p:nvPr/>
        </p:nvSpPr>
        <p:spPr>
          <a:xfrm>
            <a:off x="8460257" y="2933372"/>
            <a:ext cx="2384854" cy="73799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Preliminary TAPP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8CB044-E4B3-BF87-F6E6-5F089B76C7F6}"/>
              </a:ext>
            </a:extLst>
          </p:cNvPr>
          <p:cNvSpPr txBox="1"/>
          <p:nvPr/>
        </p:nvSpPr>
        <p:spPr>
          <a:xfrm>
            <a:off x="5339484" y="448541"/>
            <a:ext cx="197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Agentic AI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25F6ED-33F2-A62E-ED1C-4D7955ADDD43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3652447" y="2460427"/>
            <a:ext cx="109100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BA769DA2-D333-854F-E4D7-87429A46756D}"/>
              </a:ext>
            </a:extLst>
          </p:cNvPr>
          <p:cNvCxnSpPr>
            <a:cxnSpLocks/>
            <a:stCxn id="17" idx="3"/>
            <a:endCxn id="19" idx="0"/>
          </p:cNvCxnSpPr>
          <p:nvPr/>
        </p:nvCxnSpPr>
        <p:spPr>
          <a:xfrm>
            <a:off x="7287909" y="2460427"/>
            <a:ext cx="2364775" cy="472945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4800C1A-8EFD-0247-C649-D3C936B897C4}"/>
              </a:ext>
            </a:extLst>
          </p:cNvPr>
          <p:cNvSpPr/>
          <p:nvPr/>
        </p:nvSpPr>
        <p:spPr>
          <a:xfrm>
            <a:off x="8454080" y="4766000"/>
            <a:ext cx="2384854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Finalized TAPP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D57315B-5655-2BD4-52F1-00D5796D2B6F}"/>
              </a:ext>
            </a:extLst>
          </p:cNvPr>
          <p:cNvSpPr/>
          <p:nvPr/>
        </p:nvSpPr>
        <p:spPr>
          <a:xfrm>
            <a:off x="4743449" y="3105037"/>
            <a:ext cx="2544460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Reflection Agent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B9CF3B2-7D43-1A68-332A-8B82C8E3F2A5}"/>
              </a:ext>
            </a:extLst>
          </p:cNvPr>
          <p:cNvSpPr/>
          <p:nvPr/>
        </p:nvSpPr>
        <p:spPr>
          <a:xfrm>
            <a:off x="989567" y="4128593"/>
            <a:ext cx="2659792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Expert Evaluation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56A482A-6CA4-9C95-B13F-A57CCDE99BF7}"/>
              </a:ext>
            </a:extLst>
          </p:cNvPr>
          <p:cNvCxnSpPr>
            <a:cxnSpLocks/>
            <a:stCxn id="65" idx="0"/>
            <a:endCxn id="16" idx="2"/>
          </p:cNvCxnSpPr>
          <p:nvPr/>
        </p:nvCxnSpPr>
        <p:spPr>
          <a:xfrm flipV="1">
            <a:off x="2319463" y="3845071"/>
            <a:ext cx="0" cy="28352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E9F6A11A-FC6B-6612-589F-C8632007FFF1}"/>
              </a:ext>
            </a:extLst>
          </p:cNvPr>
          <p:cNvCxnSpPr>
            <a:cxnSpLocks/>
            <a:stCxn id="19" idx="2"/>
            <a:endCxn id="65" idx="3"/>
          </p:cNvCxnSpPr>
          <p:nvPr/>
        </p:nvCxnSpPr>
        <p:spPr>
          <a:xfrm rot="5400000">
            <a:off x="6237400" y="1083325"/>
            <a:ext cx="827245" cy="6003325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8B852D52-17C6-CDB0-BF9C-C21603D4925C}"/>
              </a:ext>
            </a:extLst>
          </p:cNvPr>
          <p:cNvCxnSpPr>
            <a:cxnSpLocks/>
            <a:stCxn id="16" idx="3"/>
            <a:endCxn id="43" idx="1"/>
          </p:cNvCxnSpPr>
          <p:nvPr/>
        </p:nvCxnSpPr>
        <p:spPr>
          <a:xfrm flipV="1">
            <a:off x="3649359" y="3475054"/>
            <a:ext cx="1094090" cy="1"/>
          </a:xfrm>
          <a:prstGeom prst="bent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A127880-2F38-8396-FC13-DB42A075E9F7}"/>
              </a:ext>
            </a:extLst>
          </p:cNvPr>
          <p:cNvCxnSpPr>
            <a:cxnSpLocks/>
            <a:stCxn id="43" idx="0"/>
            <a:endCxn id="17" idx="2"/>
          </p:cNvCxnSpPr>
          <p:nvPr/>
        </p:nvCxnSpPr>
        <p:spPr>
          <a:xfrm flipV="1">
            <a:off x="6015679" y="2830443"/>
            <a:ext cx="0" cy="27459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0FC6A3E7-B76F-9E36-1AC9-2AA010AACC95}"/>
              </a:ext>
            </a:extLst>
          </p:cNvPr>
          <p:cNvCxnSpPr>
            <a:cxnSpLocks/>
            <a:endCxn id="29" idx="3"/>
          </p:cNvCxnSpPr>
          <p:nvPr/>
        </p:nvCxnSpPr>
        <p:spPr>
          <a:xfrm>
            <a:off x="7287909" y="2178628"/>
            <a:ext cx="3551025" cy="2957389"/>
          </a:xfrm>
          <a:prstGeom prst="bentConnector3">
            <a:avLst>
              <a:gd name="adj1" fmla="val 106438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0" name="Graphic 119" descr="Arrow circle with solid fill">
            <a:extLst>
              <a:ext uri="{FF2B5EF4-FFF2-40B4-BE49-F238E27FC236}">
                <a16:creationId xmlns:a16="http://schemas.microsoft.com/office/drawing/2014/main" id="{BEA50830-306D-6889-E7CB-2DDE236D14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9244" y="3589705"/>
            <a:ext cx="914400" cy="914400"/>
          </a:xfrm>
          <a:prstGeom prst="rect">
            <a:avLst/>
          </a:prstGeom>
        </p:spPr>
      </p:pic>
      <p:pic>
        <p:nvPicPr>
          <p:cNvPr id="121" name="Graphic 120" descr="Arrow circle with solid fill">
            <a:extLst>
              <a:ext uri="{FF2B5EF4-FFF2-40B4-BE49-F238E27FC236}">
                <a16:creationId xmlns:a16="http://schemas.microsoft.com/office/drawing/2014/main" id="{90104B69-D4E6-9E0A-3043-43A5C89D1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7279" y="3591763"/>
            <a:ext cx="914400" cy="914400"/>
          </a:xfrm>
          <a:prstGeom prst="rect">
            <a:avLst/>
          </a:prstGeom>
        </p:spPr>
      </p:pic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C912EAA7-6004-991C-7CB3-943E307CF2F6}"/>
              </a:ext>
            </a:extLst>
          </p:cNvPr>
          <p:cNvSpPr/>
          <p:nvPr/>
        </p:nvSpPr>
        <p:spPr>
          <a:xfrm>
            <a:off x="4743449" y="4766000"/>
            <a:ext cx="2544460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JSON Generation Agent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312A102-AD78-41F1-0107-65B0ED9A3387}"/>
              </a:ext>
            </a:extLst>
          </p:cNvPr>
          <p:cNvCxnSpPr>
            <a:cxnSpLocks/>
            <a:stCxn id="29" idx="1"/>
            <a:endCxn id="122" idx="3"/>
          </p:cNvCxnSpPr>
          <p:nvPr/>
        </p:nvCxnSpPr>
        <p:spPr>
          <a:xfrm flipH="1">
            <a:off x="7287909" y="5136017"/>
            <a:ext cx="11661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85E9B601-7E79-4EFA-E9F3-A7E62D1D4F2A}"/>
              </a:ext>
            </a:extLst>
          </p:cNvPr>
          <p:cNvSpPr txBox="1"/>
          <p:nvPr/>
        </p:nvSpPr>
        <p:spPr>
          <a:xfrm>
            <a:off x="8964137" y="454722"/>
            <a:ext cx="197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88E3758D-0FCB-9186-B34C-4236B32D4BFD}"/>
              </a:ext>
            </a:extLst>
          </p:cNvPr>
          <p:cNvSpPr/>
          <p:nvPr/>
        </p:nvSpPr>
        <p:spPr>
          <a:xfrm>
            <a:off x="8454080" y="5743546"/>
            <a:ext cx="2384854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TAPP JSON Schema</a:t>
            </a:r>
          </a:p>
        </p:txBody>
      </p: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9B59229B-3618-26AA-094D-C7ED45DDAB62}"/>
              </a:ext>
            </a:extLst>
          </p:cNvPr>
          <p:cNvCxnSpPr>
            <a:cxnSpLocks/>
            <a:stCxn id="122" idx="2"/>
            <a:endCxn id="126" idx="1"/>
          </p:cNvCxnSpPr>
          <p:nvPr/>
        </p:nvCxnSpPr>
        <p:spPr>
          <a:xfrm rot="16200000" flipH="1">
            <a:off x="6931114" y="4590597"/>
            <a:ext cx="607530" cy="243840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Graphic 11" descr="Checklist with solid fill">
            <a:extLst>
              <a:ext uri="{FF2B5EF4-FFF2-40B4-BE49-F238E27FC236}">
                <a16:creationId xmlns:a16="http://schemas.microsoft.com/office/drawing/2014/main" id="{F6671C62-CF56-80AA-3F40-E484651B2B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6200" y="4925593"/>
            <a:ext cx="447937" cy="447937"/>
          </a:xfrm>
          <a:prstGeom prst="rect">
            <a:avLst/>
          </a:prstGeom>
        </p:spPr>
      </p:pic>
      <p:pic>
        <p:nvPicPr>
          <p:cNvPr id="137" name="Graphic 136" descr="Books with solid fill">
            <a:extLst>
              <a:ext uri="{FF2B5EF4-FFF2-40B4-BE49-F238E27FC236}">
                <a16:creationId xmlns:a16="http://schemas.microsoft.com/office/drawing/2014/main" id="{FCE437EB-A505-03EE-AE1D-7B2D483D86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4971" y="2236817"/>
            <a:ext cx="464405" cy="464405"/>
          </a:xfrm>
          <a:prstGeom prst="rect">
            <a:avLst/>
          </a:prstGeom>
        </p:spPr>
      </p:pic>
      <p:pic>
        <p:nvPicPr>
          <p:cNvPr id="149" name="Graphic 148" descr="Group brainstorm with solid fill">
            <a:extLst>
              <a:ext uri="{FF2B5EF4-FFF2-40B4-BE49-F238E27FC236}">
                <a16:creationId xmlns:a16="http://schemas.microsoft.com/office/drawing/2014/main" id="{E0092674-1226-1F65-80A3-E98347A0A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719" y="4244270"/>
            <a:ext cx="508677" cy="508677"/>
          </a:xfrm>
          <a:prstGeom prst="rect">
            <a:avLst/>
          </a:prstGeom>
        </p:spPr>
      </p:pic>
      <p:pic>
        <p:nvPicPr>
          <p:cNvPr id="151" name="Graphic 150" descr="Head with gears with solid fill">
            <a:extLst>
              <a:ext uri="{FF2B5EF4-FFF2-40B4-BE49-F238E27FC236}">
                <a16:creationId xmlns:a16="http://schemas.microsoft.com/office/drawing/2014/main" id="{11282C9D-4153-EA33-5FC8-E5DCAA92EF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2222" y="3278097"/>
            <a:ext cx="456679" cy="456679"/>
          </a:xfrm>
          <a:prstGeom prst="rect">
            <a:avLst/>
          </a:prstGeom>
        </p:spPr>
      </p:pic>
      <p:pic>
        <p:nvPicPr>
          <p:cNvPr id="153" name="Graphic 152" descr="Document with solid fill">
            <a:extLst>
              <a:ext uri="{FF2B5EF4-FFF2-40B4-BE49-F238E27FC236}">
                <a16:creationId xmlns:a16="http://schemas.microsoft.com/office/drawing/2014/main" id="{0474C0C3-8AC9-3C44-9AFF-A810A5FD98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2292" y="5886367"/>
            <a:ext cx="439786" cy="439786"/>
          </a:xfrm>
          <a:prstGeom prst="rect">
            <a:avLst/>
          </a:prstGeom>
        </p:spPr>
      </p:pic>
      <p:pic>
        <p:nvPicPr>
          <p:cNvPr id="157" name="Graphic 156" descr="List with solid fill">
            <a:extLst>
              <a:ext uri="{FF2B5EF4-FFF2-40B4-BE49-F238E27FC236}">
                <a16:creationId xmlns:a16="http://schemas.microsoft.com/office/drawing/2014/main" id="{078EC524-BE98-3803-05A4-294091CE8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16200" y="3081245"/>
            <a:ext cx="440207" cy="440207"/>
          </a:xfrm>
          <a:prstGeom prst="rect">
            <a:avLst/>
          </a:prstGeom>
        </p:spPr>
      </p:pic>
      <p:pic>
        <p:nvPicPr>
          <p:cNvPr id="163" name="Graphic 162" descr="Gears with solid fill">
            <a:extLst>
              <a:ext uri="{FF2B5EF4-FFF2-40B4-BE49-F238E27FC236}">
                <a16:creationId xmlns:a16="http://schemas.microsoft.com/office/drawing/2014/main" id="{80BC3857-890A-D5D4-C114-54B67A153C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04617" y="2234402"/>
            <a:ext cx="457391" cy="457391"/>
          </a:xfrm>
          <a:prstGeom prst="rect">
            <a:avLst/>
          </a:prstGeom>
        </p:spPr>
      </p:pic>
      <p:pic>
        <p:nvPicPr>
          <p:cNvPr id="184" name="Graphic 183" descr="Newspaper with solid fill">
            <a:extLst>
              <a:ext uri="{FF2B5EF4-FFF2-40B4-BE49-F238E27FC236}">
                <a16:creationId xmlns:a16="http://schemas.microsoft.com/office/drawing/2014/main" id="{AE08089E-A664-0E3E-0DB4-E1D762D92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31162" y="341998"/>
            <a:ext cx="582417" cy="582417"/>
          </a:xfrm>
          <a:prstGeom prst="rect">
            <a:avLst/>
          </a:prstGeom>
        </p:spPr>
      </p:pic>
      <p:pic>
        <p:nvPicPr>
          <p:cNvPr id="188" name="Graphic 187" descr="Pencil with solid fill">
            <a:extLst>
              <a:ext uri="{FF2B5EF4-FFF2-40B4-BE49-F238E27FC236}">
                <a16:creationId xmlns:a16="http://schemas.microsoft.com/office/drawing/2014/main" id="{5F102268-84ED-840B-1759-3BA7EE9729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35442" y="4951691"/>
            <a:ext cx="395740" cy="39574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4F37BBB-F8EA-9C34-64BF-8C5867748193}"/>
              </a:ext>
            </a:extLst>
          </p:cNvPr>
          <p:cNvSpPr/>
          <p:nvPr/>
        </p:nvSpPr>
        <p:spPr>
          <a:xfrm>
            <a:off x="989566" y="992927"/>
            <a:ext cx="2659793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Review papers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CDDA6CE-0597-2578-4B2C-600502CC0BE1}"/>
              </a:ext>
            </a:extLst>
          </p:cNvPr>
          <p:cNvSpPr/>
          <p:nvPr/>
        </p:nvSpPr>
        <p:spPr>
          <a:xfrm>
            <a:off x="4663644" y="992927"/>
            <a:ext cx="2723635" cy="740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Scope &amp; Analytical Mode Identification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BE64FD-1CB9-2DED-3A33-32A51A3B0DF2}"/>
              </a:ext>
            </a:extLst>
          </p:cNvPr>
          <p:cNvSpPr/>
          <p:nvPr/>
        </p:nvSpPr>
        <p:spPr>
          <a:xfrm>
            <a:off x="8454080" y="991863"/>
            <a:ext cx="2384854" cy="73799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dirty="0">
                <a:solidFill>
                  <a:schemeClr val="tx1"/>
                </a:solidFill>
              </a:rPr>
              <a:t>TAPP Template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34CDFA-41B1-A32C-BDE0-9B50E176B2E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3649359" y="1362944"/>
            <a:ext cx="101428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4E5640-2FCE-9B5B-D626-4B0EA1D560F3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7387279" y="1360860"/>
            <a:ext cx="1066801" cy="208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6AB3431-3D26-4DE0-F4AD-A0E2F7205F0A}"/>
              </a:ext>
            </a:extLst>
          </p:cNvPr>
          <p:cNvCxnSpPr>
            <a:stCxn id="7" idx="2"/>
            <a:endCxn id="17" idx="0"/>
          </p:cNvCxnSpPr>
          <p:nvPr/>
        </p:nvCxnSpPr>
        <p:spPr>
          <a:xfrm rot="5400000">
            <a:off x="7650816" y="94719"/>
            <a:ext cx="360554" cy="3630828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Graphic 35" descr="Open book with solid fill">
            <a:extLst>
              <a:ext uri="{FF2B5EF4-FFF2-40B4-BE49-F238E27FC236}">
                <a16:creationId xmlns:a16="http://schemas.microsoft.com/office/drawing/2014/main" id="{A8BE91C0-E16B-5E6D-61CB-E4C3A0BEE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4971" y="1134773"/>
            <a:ext cx="452172" cy="452172"/>
          </a:xfrm>
          <a:prstGeom prst="rect">
            <a:avLst/>
          </a:prstGeom>
        </p:spPr>
      </p:pic>
      <p:pic>
        <p:nvPicPr>
          <p:cNvPr id="38" name="Graphic 37" descr="Magnifying glass with solid fill">
            <a:extLst>
              <a:ext uri="{FF2B5EF4-FFF2-40B4-BE49-F238E27FC236}">
                <a16:creationId xmlns:a16="http://schemas.microsoft.com/office/drawing/2014/main" id="{8C61DFED-BE5C-E4BE-3AC6-631C53C47D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30555" y="1154419"/>
            <a:ext cx="400627" cy="400627"/>
          </a:xfrm>
          <a:prstGeom prst="rect">
            <a:avLst/>
          </a:prstGeom>
        </p:spPr>
      </p:pic>
      <p:pic>
        <p:nvPicPr>
          <p:cNvPr id="42" name="Graphic 41" descr="Playbook with solid fill">
            <a:extLst>
              <a:ext uri="{FF2B5EF4-FFF2-40B4-BE49-F238E27FC236}">
                <a16:creationId xmlns:a16="http://schemas.microsoft.com/office/drawing/2014/main" id="{847C5637-E280-EC73-DE72-E85C06A77D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93473" y="1107848"/>
            <a:ext cx="503251" cy="503251"/>
          </a:xfrm>
          <a:prstGeom prst="rect">
            <a:avLst/>
          </a:prstGeom>
        </p:spPr>
      </p:pic>
      <p:pic>
        <p:nvPicPr>
          <p:cNvPr id="45" name="Graphic 44" descr="Books on shelf with solid fill">
            <a:extLst>
              <a:ext uri="{FF2B5EF4-FFF2-40B4-BE49-F238E27FC236}">
                <a16:creationId xmlns:a16="http://schemas.microsoft.com/office/drawing/2014/main" id="{87078EF1-2960-79F3-E16F-0CF2FDA10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4971" y="3274739"/>
            <a:ext cx="460037" cy="46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89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59E0-F326-1ABC-F709-D5BAEF3C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E4145-CE36-8667-1836-9A2CFB8A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12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8DBD10-9670-B8E0-9681-2352161E434E}"/>
              </a:ext>
            </a:extLst>
          </p:cNvPr>
          <p:cNvSpPr/>
          <p:nvPr/>
        </p:nvSpPr>
        <p:spPr>
          <a:xfrm>
            <a:off x="299545" y="4114854"/>
            <a:ext cx="3750492" cy="25697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1C9B9-C89A-710F-623B-29FC166C8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710" y="1353654"/>
            <a:ext cx="6498759" cy="2430136"/>
          </a:xfrm>
        </p:spPr>
        <p:txBody>
          <a:bodyPr>
            <a:noAutofit/>
          </a:bodyPr>
          <a:lstStyle/>
          <a:p>
            <a:pPr algn="l"/>
            <a:r>
              <a:rPr lang="en-US" sz="4000" dirty="0" err="1"/>
              <a:t>Astromat</a:t>
            </a:r>
            <a:r>
              <a:rPr lang="en-US" sz="4000" dirty="0"/>
              <a:t> (</a:t>
            </a:r>
            <a:r>
              <a:rPr lang="en-US" sz="4000" u="sng" dirty="0" err="1">
                <a:solidFill>
                  <a:srgbClr val="0070C0"/>
                </a:solidFill>
              </a:rPr>
              <a:t>astromat.org</a:t>
            </a:r>
            <a:r>
              <a:rPr lang="en-US" sz="4000" dirty="0"/>
              <a:t>) is the primary NASA-sponsored archive for laboratory analyses of returned samples from planetary missions as well as meteorites.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2B9849A-AF74-AA3B-E8A3-54AFADB6A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31" y="96301"/>
            <a:ext cx="4271716" cy="427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ASA's OSIRIS-REx Spacecraft Arrives at Asteroid Bennu - NASA">
            <a:extLst>
              <a:ext uri="{FF2B5EF4-FFF2-40B4-BE49-F238E27FC236}">
                <a16:creationId xmlns:a16="http://schemas.microsoft.com/office/drawing/2014/main" id="{53B1C0FA-C1D8-E4AF-50A5-9BA73E83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364" b="91455" l="3455" r="95455">
                        <a14:foregroundMark x1="37000" y1="12091" x2="51455" y2="10000"/>
                        <a14:foregroundMark x1="51455" y1="10000" x2="58636" y2="11818"/>
                        <a14:foregroundMark x1="58636" y1="11818" x2="69000" y2="20273"/>
                        <a14:foregroundMark x1="8455" y1="40455" x2="6182" y2="47273"/>
                        <a14:foregroundMark x1="6182" y1="47273" x2="7455" y2="55182"/>
                        <a14:foregroundMark x1="7455" y1="55182" x2="12636" y2="63273"/>
                        <a14:foregroundMark x1="84455" y1="39273" x2="89455" y2="44455"/>
                        <a14:foregroundMark x1="89455" y1="44455" x2="92182" y2="51273"/>
                        <a14:foregroundMark x1="92182" y1="51273" x2="90545" y2="59000"/>
                        <a14:foregroundMark x1="90545" y1="59000" x2="87000" y2="65909"/>
                        <a14:foregroundMark x1="87000" y1="65909" x2="84909" y2="67000"/>
                        <a14:foregroundMark x1="87727" y1="39818" x2="91818" y2="46000"/>
                        <a14:foregroundMark x1="91818" y1="46000" x2="92909" y2="53364"/>
                        <a14:foregroundMark x1="92909" y1="53364" x2="90727" y2="60091"/>
                        <a14:foregroundMark x1="90727" y1="60091" x2="90636" y2="60091"/>
                        <a14:foregroundMark x1="91091" y1="44182" x2="93364" y2="59182"/>
                        <a14:foregroundMark x1="93364" y1="59182" x2="91545" y2="60818"/>
                        <a14:foregroundMark x1="44455" y1="90727" x2="52727" y2="90727"/>
                        <a14:foregroundMark x1="52727" y1="90727" x2="55182" y2="89818"/>
                        <a14:foregroundMark x1="52909" y1="91909" x2="58091" y2="89545"/>
                        <a14:foregroundMark x1="64273" y1="15182" x2="80182" y2="29909"/>
                        <a14:foregroundMark x1="80182" y1="29909" x2="81727" y2="32455"/>
                        <a14:foregroundMark x1="73182" y1="21273" x2="78545" y2="26636"/>
                        <a14:foregroundMark x1="78545" y1="26636" x2="81727" y2="32818"/>
                        <a14:foregroundMark x1="41000" y1="9182" x2="42455" y2="10091"/>
                        <a14:foregroundMark x1="34818" y1="12091" x2="35636" y2="12727"/>
                        <a14:foregroundMark x1="60091" y1="11455" x2="61455" y2="13818"/>
                        <a14:foregroundMark x1="91727" y1="46000" x2="93636" y2="50545"/>
                        <a14:foregroundMark x1="93545" y1="47636" x2="94182" y2="52455"/>
                        <a14:foregroundMark x1="92000" y1="44909" x2="95636" y2="50909"/>
                        <a14:foregroundMark x1="95636" y1="50909" x2="95364" y2="51909"/>
                        <a14:foregroundMark x1="94727" y1="53364" x2="92909" y2="58364"/>
                        <a14:foregroundMark x1="3455" y1="47182" x2="4636" y2="52273"/>
                        <a14:foregroundMark x1="3545" y1="49364" x2="3545" y2="51364"/>
                        <a14:foregroundMark x1="3909" y1="46909" x2="3455" y2="48091"/>
                        <a14:foregroundMark x1="27182" y1="19000" x2="27182" y2="19000"/>
                        <a14:foregroundMark x1="40636" y1="8727" x2="40636" y2="8727"/>
                        <a14:foregroundMark x1="42455" y1="8727" x2="42455" y2="8727"/>
                        <a14:foregroundMark x1="44636" y1="7364" x2="44636" y2="7364"/>
                        <a14:foregroundMark x1="39909" y1="9545" x2="39909" y2="9545"/>
                        <a14:foregroundMark x1="37000" y1="11818" x2="37000" y2="11818"/>
                        <a14:foregroundMark x1="37000" y1="11455" x2="37000" y2="11455"/>
                        <a14:foregroundMark x1="91818" y1="44182" x2="91818" y2="44182"/>
                        <a14:foregroundMark x1="90455" y1="42455" x2="90455" y2="42455"/>
                        <a14:foregroundMark x1="88909" y1="41364" x2="88909" y2="41364"/>
                        <a14:foregroundMark x1="88636" y1="40727" x2="92636" y2="44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97" y="4161400"/>
            <a:ext cx="767255" cy="76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34893CD-B39C-9239-296A-CA3F96BF8F89}"/>
              </a:ext>
            </a:extLst>
          </p:cNvPr>
          <p:cNvSpPr txBox="1">
            <a:spLocks/>
          </p:cNvSpPr>
          <p:nvPr/>
        </p:nvSpPr>
        <p:spPr>
          <a:xfrm>
            <a:off x="189076" y="4912262"/>
            <a:ext cx="3997317" cy="15525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ym typeface="Wingdings" pitchFamily="2" charset="2"/>
              </a:rPr>
              <a:t>Designated data archive for analytical data generated by the </a:t>
            </a:r>
            <a:r>
              <a:rPr lang="en-US" sz="2000" dirty="0" err="1">
                <a:sym typeface="Wingdings" pitchFamily="2" charset="2"/>
              </a:rPr>
              <a:t>OSIRIS-Rex</a:t>
            </a:r>
            <a:r>
              <a:rPr lang="en-US" sz="2000" dirty="0">
                <a:sym typeface="Wingdings" pitchFamily="2" charset="2"/>
              </a:rPr>
              <a:t> Sample Analysis Team.</a:t>
            </a:r>
            <a:endParaRPr lang="en-US" sz="20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7627266-97E8-631D-692C-021476DDC898}"/>
              </a:ext>
            </a:extLst>
          </p:cNvPr>
          <p:cNvSpPr/>
          <p:nvPr/>
        </p:nvSpPr>
        <p:spPr>
          <a:xfrm>
            <a:off x="4308230" y="4114854"/>
            <a:ext cx="3755469" cy="25697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E07B1-CBD6-7A87-A23B-733963E621BF}"/>
              </a:ext>
            </a:extLst>
          </p:cNvPr>
          <p:cNvSpPr txBox="1"/>
          <p:nvPr/>
        </p:nvSpPr>
        <p:spPr>
          <a:xfrm>
            <a:off x="1238352" y="4242828"/>
            <a:ext cx="25348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Astromaterials</a:t>
            </a:r>
            <a:r>
              <a:rPr lang="en-US" sz="2000" b="1" dirty="0"/>
              <a:t> Data Archive</a:t>
            </a:r>
            <a:r>
              <a:rPr lang="en-US" sz="2000" b="1" dirty="0">
                <a:sym typeface="Wingdings" pitchFamily="2" charset="2"/>
              </a:rPr>
              <a:t> (ADA)</a:t>
            </a:r>
            <a:endParaRPr 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4448B-8C70-05FB-B493-8D323622DEE7}"/>
              </a:ext>
            </a:extLst>
          </p:cNvPr>
          <p:cNvSpPr txBox="1"/>
          <p:nvPr/>
        </p:nvSpPr>
        <p:spPr>
          <a:xfrm>
            <a:off x="960586" y="4925782"/>
            <a:ext cx="2433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4,000 Submissions</a:t>
            </a:r>
          </a:p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200 Contributors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 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036" name="Picture 12" descr="Bad Astronomy | What would it be like to stand on the surface of Ryugu?">
            <a:extLst>
              <a:ext uri="{FF2B5EF4-FFF2-40B4-BE49-F238E27FC236}">
                <a16:creationId xmlns:a16="http://schemas.microsoft.com/office/drawing/2014/main" id="{FAC3DD5D-D753-A198-8002-2EFDD07D5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9300" y1="29001" x2="39300" y2="29001"/>
                        <a14:foregroundMark x1="32000" y1="51665" x2="32000" y2="51665"/>
                        <a14:foregroundMark x1="32400" y1="45757" x2="32400" y2="45757"/>
                        <a14:foregroundMark x1="31450" y1="48443" x2="31450" y2="48443"/>
                        <a14:foregroundMark x1="41200" y1="23845" x2="41200" y2="23845"/>
                        <a14:foregroundMark x1="36700" y1="67777" x2="36700" y2="67777"/>
                        <a14:foregroundMark x1="35150" y1="65199" x2="35150" y2="65199"/>
                        <a14:foregroundMark x1="43100" y1="82385" x2="43100" y2="82385"/>
                        <a14:foregroundMark x1="43900" y1="84425" x2="43900" y2="84425"/>
                        <a14:foregroundMark x1="44850" y1="85929" x2="44850" y2="85929"/>
                        <a14:foregroundMark x1="44650" y1="85499" x2="44650" y2="85499"/>
                        <a14:foregroundMark x1="45500" y1="86681" x2="45500" y2="86681"/>
                        <a14:foregroundMark x1="37500" y1="70892" x2="37500" y2="70892"/>
                        <a14:foregroundMark x1="39900" y1="75188" x2="39900" y2="75188"/>
                        <a14:foregroundMark x1="40250" y1="75725" x2="40250" y2="75725"/>
                        <a14:foregroundMark x1="40500" y1="76799" x2="40500" y2="76799"/>
                        <a14:foregroundMark x1="41100" y1="77336" x2="41100" y2="77336"/>
                        <a14:foregroundMark x1="41650" y1="79270" x2="41650" y2="79270"/>
                        <a14:foregroundMark x1="32650" y1="55532" x2="32650" y2="55532"/>
                        <a14:foregroundMark x1="33000" y1="57143" x2="33000" y2="57143"/>
                        <a14:foregroundMark x1="33800" y1="60473" x2="33800" y2="60473"/>
                        <a14:foregroundMark x1="34300" y1="62191" x2="34300" y2="62191"/>
                        <a14:foregroundMark x1="35850" y1="67347" x2="35850" y2="673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437" y="4156317"/>
            <a:ext cx="1931694" cy="899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831805-BB25-2210-F310-02C2B8106F0B}"/>
              </a:ext>
            </a:extLst>
          </p:cNvPr>
          <p:cNvSpPr txBox="1"/>
          <p:nvPr/>
        </p:nvSpPr>
        <p:spPr>
          <a:xfrm>
            <a:off x="5367796" y="4249987"/>
            <a:ext cx="25348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Astromaterials</a:t>
            </a:r>
            <a:r>
              <a:rPr lang="en-US" sz="2000" b="1" dirty="0"/>
              <a:t> Data Repository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B50DBE-5444-B86C-A570-D59A179AD89C}"/>
              </a:ext>
            </a:extLst>
          </p:cNvPr>
          <p:cNvSpPr txBox="1"/>
          <p:nvPr/>
        </p:nvSpPr>
        <p:spPr>
          <a:xfrm>
            <a:off x="5181049" y="4947497"/>
            <a:ext cx="2433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200 Submissions</a:t>
            </a:r>
          </a:p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80 Contributors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7A3C232-AC88-754F-79F0-61F5073E9E49}"/>
              </a:ext>
            </a:extLst>
          </p:cNvPr>
          <p:cNvSpPr txBox="1">
            <a:spLocks/>
          </p:cNvSpPr>
          <p:nvPr/>
        </p:nvSpPr>
        <p:spPr>
          <a:xfrm>
            <a:off x="4282508" y="4931594"/>
            <a:ext cx="3916232" cy="15525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ym typeface="Wingdings" pitchFamily="2" charset="2"/>
              </a:rPr>
              <a:t>Data repository for user-submitted digital content on </a:t>
            </a:r>
            <a:r>
              <a:rPr lang="en-US" sz="2000" dirty="0" err="1">
                <a:sym typeface="Wingdings" pitchFamily="2" charset="2"/>
              </a:rPr>
              <a:t>astromaterial</a:t>
            </a:r>
            <a:r>
              <a:rPr lang="en-US" sz="2000" dirty="0">
                <a:sym typeface="Wingdings" pitchFamily="2" charset="2"/>
              </a:rPr>
              <a:t> analysis.</a:t>
            </a:r>
            <a:endParaRPr lang="en-US" sz="2000" dirty="0"/>
          </a:p>
        </p:txBody>
      </p:sp>
      <p:pic>
        <p:nvPicPr>
          <p:cNvPr id="1040" name="Picture 16" descr="NASA (Wikipedia) | National Aeronautics and Space Administration Wiki |  Fandom">
            <a:extLst>
              <a:ext uri="{FF2B5EF4-FFF2-40B4-BE49-F238E27FC236}">
                <a16:creationId xmlns:a16="http://schemas.microsoft.com/office/drawing/2014/main" id="{8C2EE207-21E6-6A44-4ADE-E42E9B6CD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769" y="3081677"/>
            <a:ext cx="1342705" cy="67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25B9CE2-378C-545B-7A94-61CFBD63DF55}"/>
              </a:ext>
            </a:extLst>
          </p:cNvPr>
          <p:cNvSpPr/>
          <p:nvPr/>
        </p:nvSpPr>
        <p:spPr>
          <a:xfrm>
            <a:off x="8324671" y="4106554"/>
            <a:ext cx="3750492" cy="25697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0BDD8-D89B-3B95-3667-D2DA1E8156B3}"/>
              </a:ext>
            </a:extLst>
          </p:cNvPr>
          <p:cNvSpPr txBox="1"/>
          <p:nvPr/>
        </p:nvSpPr>
        <p:spPr>
          <a:xfrm>
            <a:off x="9336572" y="4234528"/>
            <a:ext cx="25348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Astromaterials</a:t>
            </a:r>
            <a:r>
              <a:rPr lang="en-US" sz="2000" b="1" dirty="0"/>
              <a:t> Data Synthesis</a:t>
            </a:r>
          </a:p>
        </p:txBody>
      </p:sp>
      <p:pic>
        <p:nvPicPr>
          <p:cNvPr id="10" name="Picture 14" descr="Full Moon in the darkness of the night sky. It is patterned with a mix of light-tone regions and darker, irregular blotches, and scattered with varied circles surrounded by out-thrown rays of bright ejecta: impact craters.">
            <a:extLst>
              <a:ext uri="{FF2B5EF4-FFF2-40B4-BE49-F238E27FC236}">
                <a16:creationId xmlns:a16="http://schemas.microsoft.com/office/drawing/2014/main" id="{6305BE9A-BEB8-0E61-8933-B1F7BA0F8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603" b="93973" l="8646" r="90208">
                        <a14:foregroundMark x1="49271" y1="8603" x2="49271" y2="8603"/>
                        <a14:foregroundMark x1="8646" y1="47178" x2="8646" y2="47178"/>
                        <a14:foregroundMark x1="49271" y1="93973" x2="49271" y2="93973"/>
                        <a14:foregroundMark x1="90208" y1="50904" x2="90208" y2="509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230" y="4207441"/>
            <a:ext cx="769868" cy="73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761D663-A22D-C715-ADA7-908573CA3A0F}"/>
              </a:ext>
            </a:extLst>
          </p:cNvPr>
          <p:cNvSpPr txBox="1"/>
          <p:nvPr/>
        </p:nvSpPr>
        <p:spPr>
          <a:xfrm>
            <a:off x="9086541" y="4942414"/>
            <a:ext cx="2433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2.5 Million Values</a:t>
            </a:r>
          </a:p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5,200 Citations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 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6A7A881-693B-294D-75E5-BA71C23744D1}"/>
              </a:ext>
            </a:extLst>
          </p:cNvPr>
          <p:cNvSpPr txBox="1">
            <a:spLocks/>
          </p:cNvSpPr>
          <p:nvPr/>
        </p:nvSpPr>
        <p:spPr>
          <a:xfrm>
            <a:off x="8254214" y="4903961"/>
            <a:ext cx="3916232" cy="15525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ym typeface="Wingdings" pitchFamily="2" charset="2"/>
              </a:rPr>
              <a:t>Database for analytical data on </a:t>
            </a:r>
            <a:r>
              <a:rPr lang="en-US" sz="2000" dirty="0" err="1">
                <a:sym typeface="Wingdings" pitchFamily="2" charset="2"/>
              </a:rPr>
              <a:t>astromaterials</a:t>
            </a:r>
            <a:r>
              <a:rPr lang="en-US" sz="2000" dirty="0">
                <a:sym typeface="Wingdings" pitchFamily="2" charset="2"/>
              </a:rPr>
              <a:t> integrated from existing publications.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93533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DBAC-536C-89BE-0BF2-5E9EF373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</a:t>
            </a:r>
            <a:r>
              <a:rPr lang="en-US" dirty="0" err="1"/>
              <a:t>Astromat</a:t>
            </a:r>
            <a:r>
              <a:rPr lang="en-US" dirty="0"/>
              <a:t> Synthesis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E0091-8CC4-C1ED-F7E9-26C2E81A6B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29"/>
          <a:stretch>
            <a:fillRect/>
          </a:stretch>
        </p:blipFill>
        <p:spPr>
          <a:xfrm>
            <a:off x="1285982" y="2198670"/>
            <a:ext cx="10067818" cy="44829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9EA412-094E-119B-0618-F263C4B7DCB5}"/>
              </a:ext>
            </a:extLst>
          </p:cNvPr>
          <p:cNvSpPr/>
          <p:nvPr/>
        </p:nvSpPr>
        <p:spPr>
          <a:xfrm>
            <a:off x="8496728" y="1909890"/>
            <a:ext cx="1017142" cy="456283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9B1B68-163A-D9AB-DA2C-DCC17CF77902}"/>
              </a:ext>
            </a:extLst>
          </p:cNvPr>
          <p:cNvSpPr txBox="1"/>
          <p:nvPr/>
        </p:nvSpPr>
        <p:spPr>
          <a:xfrm>
            <a:off x="8368301" y="1909889"/>
            <a:ext cx="1273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DC9BA0-5F9B-07B2-352B-74AEB78AB991}"/>
              </a:ext>
            </a:extLst>
          </p:cNvPr>
          <p:cNvSpPr/>
          <p:nvPr/>
        </p:nvSpPr>
        <p:spPr>
          <a:xfrm>
            <a:off x="9544693" y="1909888"/>
            <a:ext cx="1715783" cy="221005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B34CA1-FDF9-8E1C-CAC5-309970835B26}"/>
              </a:ext>
            </a:extLst>
          </p:cNvPr>
          <p:cNvSpPr txBox="1"/>
          <p:nvPr/>
        </p:nvSpPr>
        <p:spPr>
          <a:xfrm>
            <a:off x="9770723" y="1956055"/>
            <a:ext cx="1273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Analytical Metadata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58C370-3246-D48D-F1E6-48FFCEDAFD4E}"/>
              </a:ext>
            </a:extLst>
          </p:cNvPr>
          <p:cNvSpPr/>
          <p:nvPr/>
        </p:nvSpPr>
        <p:spPr>
          <a:xfrm>
            <a:off x="4469257" y="1909888"/>
            <a:ext cx="3996647" cy="4562830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277F51-BBD6-9635-5D6C-27AC29864579}"/>
              </a:ext>
            </a:extLst>
          </p:cNvPr>
          <p:cNvSpPr txBox="1"/>
          <p:nvPr/>
        </p:nvSpPr>
        <p:spPr>
          <a:xfrm>
            <a:off x="5383231" y="1934401"/>
            <a:ext cx="233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Sample Metadata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2BA9D5-EBC4-B54F-24A1-68DBF449EC80}"/>
              </a:ext>
            </a:extLst>
          </p:cNvPr>
          <p:cNvSpPr/>
          <p:nvPr/>
        </p:nvSpPr>
        <p:spPr>
          <a:xfrm>
            <a:off x="2678130" y="1909888"/>
            <a:ext cx="1760303" cy="4562830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929579-0CBB-8600-AB83-B5534079D57A}"/>
              </a:ext>
            </a:extLst>
          </p:cNvPr>
          <p:cNvSpPr txBox="1"/>
          <p:nvPr/>
        </p:nvSpPr>
        <p:spPr>
          <a:xfrm>
            <a:off x="2607711" y="1882089"/>
            <a:ext cx="1871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Dataset Metadata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40023-60C4-7820-ABF7-5CDF02965253}"/>
              </a:ext>
            </a:extLst>
          </p:cNvPr>
          <p:cNvSpPr/>
          <p:nvPr/>
        </p:nvSpPr>
        <p:spPr>
          <a:xfrm>
            <a:off x="1833937" y="1912134"/>
            <a:ext cx="813370" cy="4562830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298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1149-EF82-CD78-0FC6-EEAC79DB4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47658-E391-AE5F-0ABA-A60CE11BB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BDA27-077B-D458-CE92-35C1A6789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723" y="1567397"/>
            <a:ext cx="7090268" cy="471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41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CE7C-9B3C-ED68-8119-0AFD157D6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</a:t>
            </a:r>
            <a:r>
              <a:rPr lang="en-US" dirty="0" err="1"/>
              <a:t>AstroRepo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31BB1-99C4-7F57-3C55-A9510F53F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00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506D-E7D9-137B-1956-B34414D69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Astromat</a:t>
            </a:r>
            <a:r>
              <a:rPr lang="en-US" dirty="0"/>
              <a:t> Metadata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0622B-4006-ECCD-5837-CAF96E24B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1A2774-015D-A6D3-4A32-AD6AC71A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26" y="1649591"/>
            <a:ext cx="7932549" cy="26868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98A542-7DDB-14A8-8F6E-F7CC037FF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225" y="1690688"/>
            <a:ext cx="7852771" cy="481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45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12265</TotalTime>
  <Words>881</Words>
  <Application>Microsoft Macintosh PowerPoint</Application>
  <PresentationFormat>Widescreen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Technique-Aligned Protocol Profile (TAPP) for Better Metadata Reporting and Curation</vt:lpstr>
      <vt:lpstr>Metadata</vt:lpstr>
      <vt:lpstr>Issues in Metadata Reporting and Curation</vt:lpstr>
      <vt:lpstr>Types of Metadata in Geoscience</vt:lpstr>
      <vt:lpstr>Nomenclature</vt:lpstr>
      <vt:lpstr>TAPP</vt:lpstr>
      <vt:lpstr>TAPP</vt:lpstr>
      <vt:lpstr>TAPP</vt:lpstr>
      <vt:lpstr>TAPP Structure</vt:lpstr>
      <vt:lpstr>PowerPoint Presentation</vt:lpstr>
      <vt:lpstr>Supplementary Slides</vt:lpstr>
      <vt:lpstr>Astromat (astromat.org) is the primary NASA-sponsored archive for laboratory analyses of returned samples from planetary missions as well as meteorites. </vt:lpstr>
      <vt:lpstr>Data in Astromat Synthesis</vt:lpstr>
      <vt:lpstr>Data in ADA</vt:lpstr>
      <vt:lpstr>Data in AstroRepo</vt:lpstr>
      <vt:lpstr>Astromat Metadata Requirement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Ruolin Deng</dc:creator>
  <cp:lastModifiedBy>Ruolin Deng</cp:lastModifiedBy>
  <cp:revision>8</cp:revision>
  <dcterms:created xsi:type="dcterms:W3CDTF">2026-04-27T18:07:09Z</dcterms:created>
  <dcterms:modified xsi:type="dcterms:W3CDTF">2026-06-22T03:59:45Z</dcterms:modified>
</cp:coreProperties>
</file>